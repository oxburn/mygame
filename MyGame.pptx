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1" r:id="rId4"/>
    <p:sldId id="292" r:id="rId5"/>
    <p:sldId id="293" r:id="rId6"/>
    <p:sldId id="276" r:id="rId7"/>
    <p:sldId id="277" r:id="rId8"/>
    <p:sldId id="274" r:id="rId9"/>
    <p:sldId id="265" r:id="rId10"/>
    <p:sldId id="259" r:id="rId11"/>
    <p:sldId id="279" r:id="rId12"/>
    <p:sldId id="280" r:id="rId13"/>
    <p:sldId id="275" r:id="rId14"/>
    <p:sldId id="264" r:id="rId15"/>
    <p:sldId id="270" r:id="rId16"/>
    <p:sldId id="278" r:id="rId17"/>
    <p:sldId id="282" r:id="rId18"/>
    <p:sldId id="271" r:id="rId19"/>
    <p:sldId id="263" r:id="rId20"/>
    <p:sldId id="273" r:id="rId21"/>
    <p:sldId id="281" r:id="rId22"/>
    <p:sldId id="266" r:id="rId23"/>
    <p:sldId id="269" r:id="rId24"/>
    <p:sldId id="268" r:id="rId25"/>
    <p:sldId id="283" r:id="rId26"/>
    <p:sldId id="285" r:id="rId27"/>
    <p:sldId id="267" r:id="rId28"/>
    <p:sldId id="287" r:id="rId29"/>
    <p:sldId id="288" r:id="rId30"/>
    <p:sldId id="290" r:id="rId31"/>
    <p:sldId id="289" r:id="rId3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516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">
    <p:bg>
      <p:bgPr>
        <a:gradFill flip="none" rotWithShape="1">
          <a:gsLst>
            <a:gs pos="0">
              <a:schemeClr val="accent6">
                <a:lumMod val="75000"/>
              </a:schemeClr>
            </a:gs>
            <a:gs pos="88000">
              <a:schemeClr val="accent6">
                <a:lumMod val="50000"/>
              </a:schemeClr>
            </a:gs>
            <a:gs pos="100000">
              <a:schemeClr val="bg2">
                <a:lumMod val="10000"/>
              </a:schemeClr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571422-6D9C-550F-4C26-395ED5794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920" y="214313"/>
            <a:ext cx="11399520" cy="2719387"/>
          </a:xfrm>
        </p:spPr>
        <p:txBody>
          <a:bodyPr anchor="ctr" anchorCtr="0">
            <a:noAutofit/>
          </a:bodyPr>
          <a:lstStyle>
            <a:lvl1pPr algn="ctr">
              <a:defRPr sz="16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A2687F7-4DEC-764C-108F-00FA9F3AE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640" y="3605214"/>
            <a:ext cx="10693400" cy="2592386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0ADAD46-358D-7923-693B-F0B637A3C465}"/>
              </a:ext>
            </a:extLst>
          </p:cNvPr>
          <p:cNvSpPr txBox="1"/>
          <p:nvPr userDrawn="1"/>
        </p:nvSpPr>
        <p:spPr>
          <a:xfrm>
            <a:off x="35560" y="6382365"/>
            <a:ext cx="309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FFFF00"/>
                </a:solidFill>
              </a:rPr>
              <a:t>Auteur : </a:t>
            </a:r>
            <a:r>
              <a:rPr lang="fr-FR" sz="1200" dirty="0">
                <a:solidFill>
                  <a:srgbClr val="FFFF00"/>
                </a:solidFill>
              </a:rPr>
              <a:t>Bruno Richardon</a:t>
            </a:r>
            <a:br>
              <a:rPr lang="fr-FR" sz="1200" dirty="0">
                <a:solidFill>
                  <a:srgbClr val="FFFF00"/>
                </a:solidFill>
              </a:rPr>
            </a:br>
            <a:r>
              <a:rPr lang="fr-FR" sz="1200" b="1" dirty="0">
                <a:solidFill>
                  <a:srgbClr val="FFFF00"/>
                </a:solidFill>
              </a:rPr>
              <a:t>Date : </a:t>
            </a:r>
            <a:r>
              <a:rPr lang="fr-FR" sz="1200" dirty="0">
                <a:solidFill>
                  <a:srgbClr val="FFFF00"/>
                </a:solidFill>
              </a:rPr>
              <a:t>Octobre 2025</a:t>
            </a:r>
          </a:p>
        </p:txBody>
      </p:sp>
    </p:spTree>
    <p:extLst>
      <p:ext uri="{BB962C8B-B14F-4D97-AF65-F5344CB8AC3E}">
        <p14:creationId xmlns:p14="http://schemas.microsoft.com/office/powerpoint/2010/main" val="1461538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bg>
      <p:bgPr>
        <a:gradFill flip="none" rotWithShape="1">
          <a:gsLst>
            <a:gs pos="0">
              <a:srgbClr val="92D050"/>
            </a:gs>
            <a:gs pos="88000">
              <a:schemeClr val="accent6">
                <a:lumMod val="75000"/>
              </a:schemeClr>
            </a:gs>
            <a:gs pos="100000">
              <a:srgbClr val="00B050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571422-6D9C-550F-4C26-395ED5794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920" y="347663"/>
            <a:ext cx="11399520" cy="4829175"/>
          </a:xfrm>
        </p:spPr>
        <p:txBody>
          <a:bodyPr anchor="ctr" anchorCtr="0">
            <a:normAutofit/>
          </a:bodyPr>
          <a:lstStyle>
            <a:lvl1pPr algn="ctr">
              <a:defRPr sz="13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4274391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2C9E49-514B-525E-1F60-847E53BA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" y="111761"/>
            <a:ext cx="12004040" cy="690879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104F87-90F8-9217-263B-7A4D99918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0" y="863600"/>
            <a:ext cx="12004040" cy="588263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38828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iveau x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9ED333D-558E-3125-8B96-DD3E366F8C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4147" y="469025"/>
            <a:ext cx="11363706" cy="6388975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82C9E49-514B-525E-1F60-847E53BA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69024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252181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iveau x1.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2C9E49-514B-525E-1F60-847E53BA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69024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0738E6D-AF26-EAEB-AC5C-2E37544EA1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5069" y="469025"/>
            <a:ext cx="11361861" cy="638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61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iveau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2C9E49-514B-525E-1F60-847E53BA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69024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C082D9E-AF88-1BC9-598D-148928FD74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069" y="469025"/>
            <a:ext cx="11359456" cy="638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61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65000"/>
                <a:lumOff val="35000"/>
              </a:schemeClr>
            </a:gs>
            <a:gs pos="88000">
              <a:schemeClr val="tx1">
                <a:lumMod val="95000"/>
                <a:lumOff val="5000"/>
              </a:schemeClr>
            </a:gs>
            <a:gs pos="100000">
              <a:schemeClr val="accent6">
                <a:lumMod val="75000"/>
              </a:schemeClr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1DB739A-A296-89BF-0816-3DE636564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CA10977-B5F5-DF0C-A0D2-ECF479F21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435AA8-5479-445F-37DE-2770C6E84C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92D050"/>
                </a:solidFill>
              </a:defRPr>
            </a:lvl1pPr>
          </a:lstStyle>
          <a:p>
            <a:fld id="{9C413E47-AFE8-42B6-986B-A249D03DEF02}" type="datetimeFigureOut">
              <a:rPr lang="fr-FR" smtClean="0"/>
              <a:pPr/>
              <a:t>01/11/2025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8092F1-5E01-E8BF-0B5E-BBE7A8940A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92D050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3319D3-25D7-B8C1-87B9-1D28EF51F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92D050"/>
                </a:solidFill>
              </a:defRPr>
            </a:lvl1pPr>
          </a:lstStyle>
          <a:p>
            <a:fld id="{E48095CB-7F0E-4553-8C47-ADE068153A5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006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3" r:id="rId4"/>
    <p:sldLayoutId id="2147483655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92D05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92D05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92D05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92D05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92D05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92D05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aysan5.itch.io/raylib" TargetMode="External"/><Relationship Id="rId2" Type="http://schemas.openxmlformats.org/officeDocument/2006/relationships/hyperlink" Target="https://code.visualstudio.com/Download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it-scm.com/" TargetMode="External"/><Relationship Id="rId5" Type="http://schemas.openxmlformats.org/officeDocument/2006/relationships/hyperlink" Target="https://www.msys2.org/" TargetMode="External"/><Relationship Id="rId4" Type="http://schemas.openxmlformats.org/officeDocument/2006/relationships/hyperlink" Target="https://cmake.org/download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EC5405-7D56-D8C2-EE2B-8BDB7A0720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MyGame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D32456-BF5D-754F-FCA4-90266D869F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Ici sont répertoriées les idées pour le jeu créé en C++.</a:t>
            </a:r>
            <a:br>
              <a:rPr lang="fr-FR" dirty="0"/>
            </a:br>
            <a:r>
              <a:rPr lang="fr-FR" dirty="0"/>
              <a:t>Nom de code MyGame.</a:t>
            </a:r>
          </a:p>
        </p:txBody>
      </p:sp>
    </p:spTree>
    <p:extLst>
      <p:ext uri="{BB962C8B-B14F-4D97-AF65-F5344CB8AC3E}">
        <p14:creationId xmlns:p14="http://schemas.microsoft.com/office/powerpoint/2010/main" val="585545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2431A6-7C0C-EDF5-8B67-ECB2F71BE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09C894-70B3-8F7D-7BE9-1DFEBF760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9306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810A6C-8F59-6915-851E-1C0A27165B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Pour les devs</a:t>
            </a:r>
          </a:p>
        </p:txBody>
      </p:sp>
    </p:spTree>
    <p:extLst>
      <p:ext uri="{BB962C8B-B14F-4D97-AF65-F5344CB8AC3E}">
        <p14:creationId xmlns:p14="http://schemas.microsoft.com/office/powerpoint/2010/main" val="402606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015569-53B2-4CFC-BBAC-BB78BE90E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Installation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77B3F4-A98B-236D-9F35-E73B69703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Installer </a:t>
            </a:r>
            <a:r>
              <a:rPr lang="fr-FR" dirty="0">
                <a:hlinkClick r:id="rId2"/>
              </a:rPr>
              <a:t>VS code</a:t>
            </a:r>
            <a:endParaRPr lang="fr-FR" dirty="0"/>
          </a:p>
          <a:p>
            <a:r>
              <a:rPr lang="fr-FR" dirty="0"/>
              <a:t>Installer </a:t>
            </a:r>
            <a:r>
              <a:rPr lang="fr-FR" dirty="0" err="1">
                <a:hlinkClick r:id="rId3"/>
              </a:rPr>
              <a:t>RayLib</a:t>
            </a:r>
            <a:endParaRPr lang="fr-FR" dirty="0"/>
          </a:p>
          <a:p>
            <a:r>
              <a:rPr lang="fr-FR" dirty="0"/>
              <a:t>Installer </a:t>
            </a:r>
            <a:r>
              <a:rPr lang="fr-FR" dirty="0" err="1">
                <a:hlinkClick r:id="rId4"/>
              </a:rPr>
              <a:t>CMake</a:t>
            </a:r>
            <a:r>
              <a:rPr lang="fr-FR" dirty="0"/>
              <a:t> (.</a:t>
            </a:r>
            <a:r>
              <a:rPr lang="fr-FR" dirty="0" err="1"/>
              <a:t>msi</a:t>
            </a:r>
            <a:r>
              <a:rPr lang="fr-FR" dirty="0"/>
              <a:t>)</a:t>
            </a:r>
          </a:p>
          <a:p>
            <a:r>
              <a:rPr lang="fr-FR" dirty="0"/>
              <a:t>Installer </a:t>
            </a:r>
            <a:r>
              <a:rPr lang="fr-FR" dirty="0">
                <a:hlinkClick r:id="rId5"/>
              </a:rPr>
              <a:t>Msys2</a:t>
            </a:r>
            <a:endParaRPr lang="fr-FR" dirty="0"/>
          </a:p>
          <a:p>
            <a:r>
              <a:rPr lang="fr-FR" dirty="0"/>
              <a:t>Dans le terminal Msys2, taper :</a:t>
            </a:r>
          </a:p>
          <a:p>
            <a:pPr lvl="1"/>
            <a:r>
              <a:rPr lang="fr-FR" dirty="0" err="1"/>
              <a:t>pacman</a:t>
            </a:r>
            <a:r>
              <a:rPr lang="fr-FR" dirty="0"/>
              <a:t> -</a:t>
            </a:r>
            <a:r>
              <a:rPr lang="fr-FR" dirty="0" err="1"/>
              <a:t>Syu</a:t>
            </a:r>
            <a:endParaRPr lang="fr-FR" dirty="0"/>
          </a:p>
          <a:p>
            <a:pPr lvl="1"/>
            <a:r>
              <a:rPr lang="fr-FR" dirty="0" err="1"/>
              <a:t>pacman</a:t>
            </a:r>
            <a:r>
              <a:rPr lang="fr-FR" dirty="0"/>
              <a:t> -S mingw-w64-x86_64-gcc</a:t>
            </a:r>
          </a:p>
          <a:p>
            <a:pPr lvl="1"/>
            <a:r>
              <a:rPr lang="fr-FR" dirty="0" err="1"/>
              <a:t>pacman</a:t>
            </a:r>
            <a:r>
              <a:rPr lang="fr-FR" dirty="0"/>
              <a:t> -S mingw-w64-x86_64-make</a:t>
            </a:r>
          </a:p>
          <a:p>
            <a:pPr lvl="1"/>
            <a:r>
              <a:rPr lang="fr-FR" dirty="0" err="1"/>
              <a:t>pacman</a:t>
            </a:r>
            <a:r>
              <a:rPr lang="fr-FR" dirty="0"/>
              <a:t> -S mingw-w64-x86_64-raylib</a:t>
            </a:r>
          </a:p>
          <a:p>
            <a:r>
              <a:rPr lang="fr-FR" dirty="0"/>
              <a:t>Ajouter C:\msys64\mingw64\bin à la variable Path</a:t>
            </a:r>
          </a:p>
          <a:p>
            <a:r>
              <a:rPr lang="fr-FR" dirty="0"/>
              <a:t>Installer </a:t>
            </a:r>
            <a:r>
              <a:rPr lang="fr-FR" dirty="0">
                <a:hlinkClick r:id="rId6"/>
              </a:rPr>
              <a:t>Git</a:t>
            </a:r>
            <a:r>
              <a:rPr lang="fr-FR" dirty="0"/>
              <a:t> et cloner depuis :</a:t>
            </a:r>
          </a:p>
          <a:p>
            <a:pPr lvl="1"/>
            <a:r>
              <a:rPr lang="fr-FR" dirty="0"/>
              <a:t>https://github.com/Oxburn/MyGame.git</a:t>
            </a:r>
          </a:p>
        </p:txBody>
      </p:sp>
    </p:spTree>
    <p:extLst>
      <p:ext uri="{BB962C8B-B14F-4D97-AF65-F5344CB8AC3E}">
        <p14:creationId xmlns:p14="http://schemas.microsoft.com/office/powerpoint/2010/main" val="2462898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2A9E5D-D86F-B90D-9B6D-B0382CC60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Compilation / exécution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05772E-B2B6-A499-1AE2-91CD6928F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Précompilation</a:t>
            </a:r>
            <a:r>
              <a:rPr lang="fr-FR" dirty="0"/>
              <a:t> (modification de CMakeLists.txt ou d’architecture )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000" dirty="0" err="1"/>
              <a:t>cmake</a:t>
            </a:r>
            <a:r>
              <a:rPr lang="fr-FR" sz="2000" dirty="0"/>
              <a:t> -B </a:t>
            </a:r>
            <a:r>
              <a:rPr lang="fr-FR" sz="2000" dirty="0" err="1"/>
              <a:t>build</a:t>
            </a:r>
            <a:r>
              <a:rPr lang="fr-FR" sz="2000" dirty="0"/>
              <a:t> -G "</a:t>
            </a:r>
            <a:r>
              <a:rPr lang="fr-FR" sz="2000" dirty="0" err="1"/>
              <a:t>MinGW</a:t>
            </a:r>
            <a:r>
              <a:rPr lang="fr-FR" sz="2000" dirty="0"/>
              <a:t> </a:t>
            </a:r>
            <a:r>
              <a:rPr lang="fr-FR" sz="2000" dirty="0" err="1"/>
              <a:t>Makefiles</a:t>
            </a:r>
            <a:r>
              <a:rPr lang="fr-FR" sz="2000" dirty="0"/>
              <a:t>" -DCMAKE_PREFIX_PATH="C:/msys64/mingw64"</a:t>
            </a:r>
            <a:endParaRPr lang="fr-FR" dirty="0"/>
          </a:p>
          <a:p>
            <a:r>
              <a:rPr lang="fr-FR" dirty="0"/>
              <a:t>Compilation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000" dirty="0" err="1"/>
              <a:t>cmake</a:t>
            </a:r>
            <a:r>
              <a:rPr lang="fr-FR" sz="2000" dirty="0"/>
              <a:t> --</a:t>
            </a:r>
            <a:r>
              <a:rPr lang="fr-FR" sz="2000" dirty="0" err="1"/>
              <a:t>build</a:t>
            </a:r>
            <a:r>
              <a:rPr lang="fr-FR" sz="2000" dirty="0"/>
              <a:t> </a:t>
            </a:r>
            <a:r>
              <a:rPr lang="fr-FR" sz="2000" dirty="0" err="1"/>
              <a:t>build</a:t>
            </a:r>
            <a:r>
              <a:rPr lang="fr-FR" sz="2000" dirty="0"/>
              <a:t> </a:t>
            </a:r>
          </a:p>
          <a:p>
            <a:r>
              <a:rPr lang="fr-FR" dirty="0"/>
              <a:t>Exécution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000" dirty="0"/>
              <a:t>.\</a:t>
            </a:r>
            <a:r>
              <a:rPr lang="fr-FR" sz="2000" dirty="0" err="1"/>
              <a:t>build</a:t>
            </a:r>
            <a:r>
              <a:rPr lang="fr-FR" sz="2000" dirty="0"/>
              <a:t>\raylib_game.exe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950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8283E8-70E7-4CDD-7327-465B574006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Histoire</a:t>
            </a:r>
          </a:p>
        </p:txBody>
      </p:sp>
    </p:spTree>
    <p:extLst>
      <p:ext uri="{BB962C8B-B14F-4D97-AF65-F5344CB8AC3E}">
        <p14:creationId xmlns:p14="http://schemas.microsoft.com/office/powerpoint/2010/main" val="4040861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B3C364-DB9D-1C99-EA3F-5C776166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Pêle-mêle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0A8691-3EC1-1A7B-F0A6-47E4D1FAF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noProof="0" dirty="0"/>
              <a:t>Un scientifique et son animal (inspirés de Wallace et Gromit) vivent dans la maison et font des expériences</a:t>
            </a:r>
          </a:p>
          <a:p>
            <a:pPr marL="457200" lvl="1" indent="0">
              <a:buNone/>
            </a:pPr>
            <a:r>
              <a:rPr lang="fr-FR" noProof="0" dirty="0">
                <a:sym typeface="Wingdings" panose="05000000000000000000" pitchFamily="2" charset="2"/>
              </a:rPr>
              <a:t> On apprend plus tard que le joueur est issu d’une de leur expérience</a:t>
            </a:r>
            <a:endParaRPr lang="fr-FR" noProof="0" dirty="0"/>
          </a:p>
          <a:p>
            <a:r>
              <a:rPr lang="fr-FR" noProof="0" dirty="0"/>
              <a:t>Les habitants de la Tanière (hérissons et musaraignes) et ceux de la Fourmilière (essentiellement des fourmis, plus des pucerons et coléoptères) sont en guerre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fr-FR" noProof="0" dirty="0">
                <a:sym typeface="Wingdings" panose="05000000000000000000" pitchFamily="2" charset="2"/>
              </a:rPr>
              <a:t>La Tanière a accès à la nourriture du Jardin</a:t>
            </a:r>
            <a:br>
              <a:rPr lang="fr-FR" noProof="0" dirty="0">
                <a:sym typeface="Wingdings" panose="05000000000000000000" pitchFamily="2" charset="2"/>
              </a:rPr>
            </a:br>
            <a:r>
              <a:rPr lang="fr-FR" noProof="0" dirty="0">
                <a:sym typeface="Wingdings" panose="05000000000000000000" pitchFamily="2" charset="2"/>
              </a:rPr>
              <a:t>Leur eau vient de la rosée du Jardin, et éventuellement du Trou de glace dans lequel il n’aime pas aller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fr-FR" noProof="0" dirty="0">
                <a:sym typeface="Wingdings" panose="05000000000000000000" pitchFamily="2" charset="2"/>
              </a:rPr>
              <a:t>La Fourmilière a accès à l’eau de l’Aquifère</a:t>
            </a:r>
            <a:br>
              <a:rPr lang="fr-FR" noProof="0" dirty="0">
                <a:sym typeface="Wingdings" panose="05000000000000000000" pitchFamily="2" charset="2"/>
              </a:rPr>
            </a:br>
            <a:r>
              <a:rPr lang="fr-FR" noProof="0" dirty="0">
                <a:sym typeface="Wingdings" panose="05000000000000000000" pitchFamily="2" charset="2"/>
              </a:rPr>
              <a:t>Leur nourriture vient de la maison</a:t>
            </a:r>
          </a:p>
          <a:p>
            <a:r>
              <a:rPr lang="fr-FR" noProof="0" dirty="0"/>
              <a:t>Le 1</a:t>
            </a:r>
            <a:r>
              <a:rPr lang="fr-FR" baseline="30000" noProof="0" dirty="0"/>
              <a:t>er</a:t>
            </a:r>
            <a:r>
              <a:rPr lang="fr-FR" noProof="0" dirty="0"/>
              <a:t> boss, un hérisson gardant l’entrée du nid, veut se battre contre le héros pour le boire, mais suppose après le combat qu’il n’est probablement pas potable</a:t>
            </a:r>
          </a:p>
          <a:p>
            <a:pPr marL="457200" lvl="1" indent="0">
              <a:buNone/>
            </a:pPr>
            <a:r>
              <a:rPr lang="fr-FR" dirty="0">
                <a:sym typeface="Wingdings" panose="05000000000000000000" pitchFamily="2" charset="2"/>
              </a:rPr>
              <a:t></a:t>
            </a:r>
            <a:r>
              <a:rPr lang="fr-FR" dirty="0"/>
              <a:t>Il l’indique aux autres habitants de la Tanière, qui donc ne l’attaqueront pas</a:t>
            </a:r>
          </a:p>
          <a:p>
            <a:r>
              <a:rPr lang="fr-FR" noProof="0" dirty="0"/>
              <a:t>Un habitant de la tanière explique qu’ils ont volé l’unité de distillation se trouvant au-dessus de leur nid car ils ont vu l’humain énormément s’en servir avec de l’eau</a:t>
            </a:r>
          </a:p>
          <a:p>
            <a:r>
              <a:rPr lang="fr-FR" noProof="0" dirty="0"/>
              <a:t>En approchant un boss gardant l’entrée du nid de la fourmilière avec une forme de gelée à manger, il attaque le héros</a:t>
            </a:r>
          </a:p>
          <a:p>
            <a:pPr marL="457200" lvl="1" indent="0">
              <a:buNone/>
            </a:pPr>
            <a:r>
              <a:rPr lang="fr-FR" noProof="0" dirty="0">
                <a:sym typeface="Wingdings" panose="05000000000000000000" pitchFamily="2" charset="2"/>
              </a:rPr>
              <a:t> Le principe est le même que pour la Tanière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68231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3739B8-FDA8-87B3-5C2A-BE1C276B0D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Features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745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5C0101-AC91-CD7A-FE6D-B34055D61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Langues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C68A4F-94D3-6DCC-611B-06476AA1A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Français</a:t>
            </a:r>
          </a:p>
          <a:p>
            <a:r>
              <a:rPr lang="fr-FR" dirty="0"/>
              <a:t>Anglais</a:t>
            </a:r>
          </a:p>
          <a:p>
            <a:r>
              <a:rPr lang="fr-FR" dirty="0"/>
              <a:t>Espagnol</a:t>
            </a:r>
          </a:p>
          <a:p>
            <a:r>
              <a:rPr lang="fr-FR" dirty="0"/>
              <a:t>Japonais</a:t>
            </a:r>
          </a:p>
        </p:txBody>
      </p:sp>
    </p:spTree>
    <p:extLst>
      <p:ext uri="{BB962C8B-B14F-4D97-AF65-F5344CB8AC3E}">
        <p14:creationId xmlns:p14="http://schemas.microsoft.com/office/powerpoint/2010/main" val="1601729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67B0AB-7871-FDFA-8708-0868F150E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Menu principal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613B24-DDF6-9FAB-85C8-4C1AF7AD1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Start</a:t>
            </a:r>
          </a:p>
          <a:p>
            <a:pPr lvl="1"/>
            <a:r>
              <a:rPr lang="fr-FR" dirty="0"/>
              <a:t>Niveau1_Ecran1</a:t>
            </a:r>
          </a:p>
          <a:p>
            <a:r>
              <a:rPr lang="fr-FR" dirty="0"/>
              <a:t>Options</a:t>
            </a:r>
          </a:p>
          <a:p>
            <a:pPr lvl="1"/>
            <a:r>
              <a:rPr lang="fr-FR" dirty="0"/>
              <a:t>Langue</a:t>
            </a:r>
          </a:p>
          <a:p>
            <a:pPr lvl="2"/>
            <a:r>
              <a:rPr lang="fr-FR" dirty="0"/>
              <a:t>Français</a:t>
            </a:r>
          </a:p>
          <a:p>
            <a:pPr lvl="2"/>
            <a:r>
              <a:rPr lang="fr-FR" dirty="0"/>
              <a:t>English</a:t>
            </a:r>
          </a:p>
          <a:p>
            <a:pPr lvl="1"/>
            <a:r>
              <a:rPr lang="fr-FR" dirty="0"/>
              <a:t>Difficulté </a:t>
            </a: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/>
              <a:t>Facile, Normale, Difficile</a:t>
            </a:r>
          </a:p>
          <a:p>
            <a:pPr lvl="2"/>
            <a:r>
              <a:rPr lang="fr-FR" dirty="0"/>
              <a:t>Vitesse d’évolution de l’arbre des compétences</a:t>
            </a:r>
          </a:p>
          <a:p>
            <a:pPr lvl="2"/>
            <a:r>
              <a:rPr lang="fr-FR" dirty="0"/>
              <a:t>PV ennemis</a:t>
            </a:r>
          </a:p>
          <a:p>
            <a:pPr lvl="2"/>
            <a:r>
              <a:rPr lang="fr-FR" dirty="0"/>
              <a:t>Guide (facile)</a:t>
            </a:r>
          </a:p>
          <a:p>
            <a:pPr lvl="1"/>
            <a:r>
              <a:rPr lang="fr-FR" dirty="0"/>
              <a:t>Design</a:t>
            </a:r>
          </a:p>
          <a:p>
            <a:pPr lvl="2"/>
            <a:r>
              <a:rPr lang="fr-FR" dirty="0"/>
              <a:t>Original </a:t>
            </a:r>
            <a:r>
              <a:rPr lang="fr-FR" dirty="0">
                <a:sym typeface="Wingdings" panose="05000000000000000000" pitchFamily="2" charset="2"/>
              </a:rPr>
              <a:t> Avec les assets (visuels, musicales, …)</a:t>
            </a:r>
          </a:p>
          <a:p>
            <a:pPr lvl="2"/>
            <a:r>
              <a:rPr lang="fr-FR" dirty="0" err="1">
                <a:sym typeface="Wingdings" panose="05000000000000000000" pitchFamily="2" charset="2"/>
              </a:rPr>
              <a:t>Filiaire</a:t>
            </a:r>
            <a:r>
              <a:rPr lang="fr-FR" dirty="0">
                <a:sym typeface="Wingdings" panose="05000000000000000000" pitchFamily="2" charset="2"/>
              </a:rPr>
              <a:t>  Sans assets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Luminosité  0 à 100%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Son  0 à 100%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Musique  0 à 100%</a:t>
            </a:r>
          </a:p>
          <a:p>
            <a:pPr lvl="1"/>
            <a:r>
              <a:rPr lang="fr-FR" dirty="0"/>
              <a:t>Retour </a:t>
            </a:r>
            <a:r>
              <a:rPr lang="fr-FR" dirty="0">
                <a:sym typeface="Wingdings" panose="05000000000000000000" pitchFamily="2" charset="2"/>
              </a:rPr>
              <a:t> Retour au menu principal</a:t>
            </a:r>
            <a:endParaRPr lang="fr-FR" dirty="0"/>
          </a:p>
          <a:p>
            <a:r>
              <a:rPr lang="fr-FR" dirty="0"/>
              <a:t>Quitter</a:t>
            </a:r>
          </a:p>
          <a:p>
            <a:pPr lvl="1"/>
            <a:r>
              <a:rPr lang="fr-FR" dirty="0"/>
              <a:t>Fermer</a:t>
            </a:r>
          </a:p>
        </p:txBody>
      </p:sp>
    </p:spTree>
    <p:extLst>
      <p:ext uri="{BB962C8B-B14F-4D97-AF65-F5344CB8AC3E}">
        <p14:creationId xmlns:p14="http://schemas.microsoft.com/office/powerpoint/2010/main" val="2149368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3CF958-72CB-BB26-D32A-1705ACC380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Ennemis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90514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BE8BDD-86CC-7C4F-1382-5C549F175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Boss 1 – </a:t>
            </a:r>
            <a:r>
              <a:rPr lang="en-US" dirty="0" err="1"/>
              <a:t>Hérisson</a:t>
            </a:r>
            <a:r>
              <a:rPr lang="en-US" dirty="0"/>
              <a:t> farouche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B75744-AF5A-143D-505B-D83D9D2B7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 </a:t>
            </a:r>
            <a:r>
              <a:rPr lang="en-US" dirty="0" err="1"/>
              <a:t>meurt</a:t>
            </a:r>
            <a:r>
              <a:rPr lang="en-US" dirty="0"/>
              <a:t> pas à la fin</a:t>
            </a:r>
          </a:p>
          <a:p>
            <a:r>
              <a:rPr lang="en-US" dirty="0" err="1"/>
              <a:t>Protège</a:t>
            </a:r>
            <a:r>
              <a:rPr lang="en-US" dirty="0"/>
              <a:t> </a:t>
            </a:r>
            <a:r>
              <a:rPr lang="en-US" dirty="0" err="1"/>
              <a:t>l’accès</a:t>
            </a:r>
            <a:r>
              <a:rPr lang="en-US" dirty="0"/>
              <a:t> au </a:t>
            </a:r>
            <a:r>
              <a:rPr lang="en-US" dirty="0" err="1"/>
              <a:t>nid</a:t>
            </a:r>
            <a:r>
              <a:rPr lang="en-US" dirty="0"/>
              <a:t> de la </a:t>
            </a:r>
            <a:r>
              <a:rPr lang="en-US" dirty="0" err="1"/>
              <a:t>Tanière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7368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454FDF-0950-76F5-C6E8-EFDF97CE1B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Mécaniques</a:t>
            </a:r>
          </a:p>
        </p:txBody>
      </p:sp>
    </p:spTree>
    <p:extLst>
      <p:ext uri="{BB962C8B-B14F-4D97-AF65-F5344CB8AC3E}">
        <p14:creationId xmlns:p14="http://schemas.microsoft.com/office/powerpoint/2010/main" val="1573644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F1CFBA-D19D-7CBD-E65E-463098DC2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Tuto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843B4D-8D41-3CA0-7B58-C8B5107CC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0" y="863600"/>
            <a:ext cx="8047781" cy="5882639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Le joueur peut uniquement se déplacer de gauche à droite sur la première marche</a:t>
            </a:r>
          </a:p>
          <a:p>
            <a:r>
              <a:rPr lang="fr-FR" dirty="0"/>
              <a:t>Au bout de suffisamment de déplacement, une alerte indique qu’une nouvelle compétence se débloque (sauter)</a:t>
            </a:r>
          </a:p>
          <a:p>
            <a:r>
              <a:rPr lang="fr-FR" dirty="0"/>
              <a:t>Le joueur doit alors ouvrir l’arbre de compétences pour choisir l’étape suivante (l’alerte ne disparaît pas sinon)</a:t>
            </a:r>
          </a:p>
          <a:p>
            <a:r>
              <a:rPr lang="fr-FR" dirty="0"/>
              <a:t>Le joueur peut alors sauter jusqu’à la première plateforme, mais pas la deuxième</a:t>
            </a:r>
          </a:p>
          <a:p>
            <a:r>
              <a:rPr lang="fr-FR" dirty="0"/>
              <a:t>Au bout de suffisamment de sauts, une alerte indique qu’une nouvelle compétence se débloque (sauter plus haut)</a:t>
            </a:r>
          </a:p>
          <a:p>
            <a:r>
              <a:rPr lang="fr-FR" dirty="0"/>
              <a:t>Le joueur peut alors atteindre la deuxième plateforme et récupérer une nouvelle compétence (attaque)</a:t>
            </a:r>
          </a:p>
          <a:p>
            <a:r>
              <a:rPr lang="fr-FR" dirty="0"/>
              <a:t>Le joueur peut alors sortir par la sortie de droite en la détruisant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70858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87752B-66FD-000F-F4A1-4948289E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Arbre des compétences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48FD85-3ADE-1BB9-A554-268838A05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Sauvegarder</a:t>
            </a:r>
          </a:p>
          <a:p>
            <a:pPr lvl="1"/>
            <a:r>
              <a:rPr lang="fr-FR" dirty="0"/>
              <a:t>[Inné] 1 sauvegarde tout les 200 actions (saut / attaque)</a:t>
            </a:r>
          </a:p>
          <a:p>
            <a:r>
              <a:rPr lang="fr-FR" dirty="0"/>
              <a:t>Déplacement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dirty="0"/>
              <a:t>[Inné] Vit 10px/frame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dirty="0"/>
              <a:t>[Déplacement 1000px] Vit 20px/frame</a:t>
            </a:r>
          </a:p>
          <a:p>
            <a:r>
              <a:rPr lang="fr-FR" dirty="0"/>
              <a:t>Saut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dirty="0"/>
              <a:t>[Pouvoir] Hauteur 15px – Largeur 15px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dirty="0"/>
              <a:t>[10 Sauts </a:t>
            </a:r>
            <a:r>
              <a:rPr lang="fr-FR" dirty="0" err="1"/>
              <a:t>niv</a:t>
            </a:r>
            <a:r>
              <a:rPr lang="fr-FR" dirty="0"/>
              <a:t>. 1] Hauteur 20px – Largeur 15px</a:t>
            </a:r>
          </a:p>
          <a:p>
            <a:r>
              <a:rPr lang="fr-FR" dirty="0"/>
              <a:t>Attaque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dirty="0"/>
              <a:t>[Pouvoir] </a:t>
            </a:r>
            <a:r>
              <a:rPr lang="fr-FR" dirty="0" err="1"/>
              <a:t>Atq</a:t>
            </a:r>
            <a:r>
              <a:rPr lang="fr-FR" dirty="0"/>
              <a:t> 1</a:t>
            </a:r>
          </a:p>
          <a:p>
            <a:r>
              <a:rPr lang="fr-FR" dirty="0"/>
              <a:t>Grimper</a:t>
            </a:r>
          </a:p>
          <a:p>
            <a:r>
              <a:rPr lang="fr-FR" dirty="0"/>
              <a:t>Nager</a:t>
            </a:r>
          </a:p>
        </p:txBody>
      </p:sp>
    </p:spTree>
    <p:extLst>
      <p:ext uri="{BB962C8B-B14F-4D97-AF65-F5344CB8AC3E}">
        <p14:creationId xmlns:p14="http://schemas.microsoft.com/office/powerpoint/2010/main" val="1340690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425DC8-0960-F441-5CC2-A0BC86EFB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Evènements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F7D052-4C2B-C597-D3C9-C961848A4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Connecter Tunnel de lave et aquifère :</a:t>
            </a:r>
          </a:p>
          <a:p>
            <a:pPr lvl="1"/>
            <a:r>
              <a:rPr lang="fr-FR" noProof="0" dirty="0"/>
              <a:t>Transforme le puit en geyser</a:t>
            </a:r>
          </a:p>
          <a:p>
            <a:pPr lvl="1"/>
            <a:r>
              <a:rPr lang="fr-FR" noProof="0" dirty="0"/>
              <a:t>Fait s’envoler le toit du puit qui atterrit sur la maison et ouvre une nouvelle zone</a:t>
            </a:r>
          </a:p>
          <a:p>
            <a:r>
              <a:rPr lang="fr-FR" dirty="0"/>
              <a:t>Allumer un feu dans la maison fait s’envoler une fumée qui passe à travers l’arbre et donne accès à une nouvelle capacité</a:t>
            </a:r>
          </a:p>
          <a:p>
            <a:r>
              <a:rPr lang="fr-FR" dirty="0"/>
              <a:t>Remonter là d’où est tomber le perso au début, il y a une autre goutte prête à tomber. La taper l’a fait tomber et donne une nouvelle capacité</a:t>
            </a:r>
            <a:endParaRPr lang="fr-FR" noProof="0" dirty="0"/>
          </a:p>
          <a:p>
            <a:pPr lvl="1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811596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FBDF3E-84E2-6494-F832-268F97559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Points de </a:t>
            </a:r>
            <a:r>
              <a:rPr lang="en-US" dirty="0" err="1"/>
              <a:t>sauvegarde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C44262-69A9-7EF4-3F38-AD97D4BC2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Une sauvegarde se fait aux unités de distillation de l’eau</a:t>
            </a:r>
          </a:p>
          <a:p>
            <a:r>
              <a:rPr lang="fr-FR" dirty="0"/>
              <a:t>En actionnant une unité de unités de distillation, une partie de l’eau du héros se retrouve dans l’erlenmeyer </a:t>
            </a:r>
            <a:endParaRPr lang="fr-FR" noProof="0" dirty="0"/>
          </a:p>
          <a:p>
            <a:r>
              <a:rPr lang="fr-FR" noProof="0" dirty="0"/>
              <a:t>Une nouvelle sauvegarde n’est possible qu’au bout d’un certain nombre d’actions</a:t>
            </a:r>
          </a:p>
          <a:p>
            <a:pPr lvl="1"/>
            <a:r>
              <a:rPr lang="fr-FR" dirty="0"/>
              <a:t>Ce </a:t>
            </a:r>
            <a:r>
              <a:rPr lang="fr-FR" noProof="0" dirty="0"/>
              <a:t>nombre diminue via l’arbre de compétences</a:t>
            </a:r>
          </a:p>
          <a:p>
            <a:pPr lvl="1"/>
            <a:r>
              <a:rPr lang="fr-FR" dirty="0"/>
              <a:t>La visu sur la disponibilité de la sauvegarde se débloque via l’arbre de compétences</a:t>
            </a:r>
          </a:p>
          <a:p>
            <a:r>
              <a:rPr lang="fr-FR" noProof="0" dirty="0"/>
              <a:t>En mourant, le héros libère un noyau, et un mini-jeu labyrinthe doit être résolu pour rejoindre la dernière unité de </a:t>
            </a:r>
            <a:r>
              <a:rPr lang="fr-FR" dirty="0"/>
              <a:t>distillation</a:t>
            </a:r>
          </a:p>
          <a:p>
            <a:pPr lvl="1"/>
            <a:r>
              <a:rPr lang="fr-FR" noProof="0" dirty="0"/>
              <a:t>Lorsque le noyau retrouve l’eau distillée, le héros est recomposé</a:t>
            </a:r>
          </a:p>
        </p:txBody>
      </p:sp>
    </p:spTree>
    <p:extLst>
      <p:ext uri="{BB962C8B-B14F-4D97-AF65-F5344CB8AC3E}">
        <p14:creationId xmlns:p14="http://schemas.microsoft.com/office/powerpoint/2010/main" val="3032699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C9F1A9-B115-7943-5B01-3CEA901D7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Cinématiques</a:t>
            </a:r>
          </a:p>
        </p:txBody>
      </p:sp>
    </p:spTree>
    <p:extLst>
      <p:ext uri="{BB962C8B-B14F-4D97-AF65-F5344CB8AC3E}">
        <p14:creationId xmlns:p14="http://schemas.microsoft.com/office/powerpoint/2010/main" val="1169459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5C92F9-5F59-1E5A-F578-DBF0373F3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Cinématique intro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DA7B38-5DB1-04EE-3854-657DEBA9A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0" y="863600"/>
            <a:ext cx="7669415" cy="5882639"/>
          </a:xfrm>
        </p:spPr>
        <p:txBody>
          <a:bodyPr/>
          <a:lstStyle/>
          <a:p>
            <a:r>
              <a:rPr lang="fr-FR" dirty="0"/>
              <a:t>Une ouverture en haut, une entrée surélevée à droite, 3 marches et 2 plateformes</a:t>
            </a:r>
          </a:p>
          <a:p>
            <a:r>
              <a:rPr lang="fr-FR" dirty="0"/>
              <a:t>Une bulle visqueuse tombe sur la plateforme du haut</a:t>
            </a:r>
          </a:p>
          <a:p>
            <a:r>
              <a:rPr lang="fr-FR" dirty="0"/>
              <a:t>Deux morceaux de bulle commencent à dégouliner, une à gauche et une à droite</a:t>
            </a:r>
          </a:p>
          <a:p>
            <a:r>
              <a:rPr lang="fr-FR" dirty="0"/>
              <a:t>Celui de gauche tombe plus vite, celui de droite remonte un peu</a:t>
            </a:r>
          </a:p>
          <a:p>
            <a:r>
              <a:rPr lang="fr-FR" dirty="0"/>
              <a:t>Celui de gauche se décroche et tombe sur la marche du milieu, celui de droite redescend</a:t>
            </a:r>
          </a:p>
          <a:p>
            <a:r>
              <a:rPr lang="fr-FR" dirty="0"/>
              <a:t> Celui de droite finit de tomber sur la marche du bas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95C73218-D5FE-C4DD-508D-47DFB582C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2592" y="1914331"/>
            <a:ext cx="1905473" cy="1336166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ABB62985-6793-B4B9-91CC-83591C212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871" y="390440"/>
            <a:ext cx="1905473" cy="1336166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3587333B-409A-87BB-F7F3-914DC427C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2592" y="390440"/>
            <a:ext cx="1905473" cy="1336166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99033A18-125D-30B9-1629-AD45770C47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6871" y="1914331"/>
            <a:ext cx="1905473" cy="1336166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71780CF4-E277-11F7-AC61-0A3435A5C2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6870" y="3438222"/>
            <a:ext cx="1905474" cy="1336166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A3C3EC34-5CC9-7BE9-9BF9-61BBC8BBB1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2591" y="3438223"/>
            <a:ext cx="1905473" cy="133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59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12A1F4-396E-E231-B786-C3B2E8940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Arrivée chez créateur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0A02AA-956B-FA21-0322-FFC2D2B05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2707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76A798-D33C-CC2E-64E3-4D3309654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Geyser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59FFA2-6067-0BB0-EC9C-E2C30C9E4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3371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2690F4-E133-7688-A900-67B9FDD0C9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Niveaux</a:t>
            </a:r>
          </a:p>
        </p:txBody>
      </p:sp>
    </p:spTree>
    <p:extLst>
      <p:ext uri="{BB962C8B-B14F-4D97-AF65-F5344CB8AC3E}">
        <p14:creationId xmlns:p14="http://schemas.microsoft.com/office/powerpoint/2010/main" val="1661885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FFDCF0-F941-09D9-ED12-D75AF6868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Assets filaires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F8EE61-3546-DF1A-57B0-EE645613E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Plates-formes</a:t>
            </a:r>
          </a:p>
          <a:p>
            <a:pPr lvl="1"/>
            <a:r>
              <a:rPr lang="fr-FR" dirty="0"/>
              <a:t>Mousse</a:t>
            </a:r>
          </a:p>
          <a:p>
            <a:pPr lvl="1"/>
            <a:r>
              <a:rPr lang="fr-FR" dirty="0"/>
              <a:t>Roche</a:t>
            </a:r>
          </a:p>
          <a:p>
            <a:pPr lvl="1"/>
            <a:r>
              <a:rPr lang="fr-FR" dirty="0"/>
              <a:t>Glace</a:t>
            </a:r>
          </a:p>
          <a:p>
            <a:r>
              <a:rPr lang="fr-FR" dirty="0"/>
              <a:t>Portes</a:t>
            </a:r>
          </a:p>
          <a:p>
            <a:pPr lvl="1"/>
            <a:r>
              <a:rPr lang="fr-FR" dirty="0"/>
              <a:t>Herbe</a:t>
            </a:r>
          </a:p>
          <a:p>
            <a:pPr lvl="1"/>
            <a:r>
              <a:rPr lang="fr-FR" dirty="0"/>
              <a:t>Pierre</a:t>
            </a:r>
          </a:p>
          <a:p>
            <a:pPr lvl="1"/>
            <a:r>
              <a:rPr lang="fr-FR" dirty="0"/>
              <a:t>Métal</a:t>
            </a:r>
          </a:p>
          <a:p>
            <a:r>
              <a:rPr lang="fr-FR" dirty="0"/>
              <a:t>Environnements</a:t>
            </a:r>
          </a:p>
          <a:p>
            <a:pPr lvl="1"/>
            <a:r>
              <a:rPr lang="fr-FR" dirty="0"/>
              <a:t>Air</a:t>
            </a:r>
          </a:p>
          <a:p>
            <a:pPr lvl="1"/>
            <a:r>
              <a:rPr lang="fr-FR" dirty="0"/>
              <a:t>Terre</a:t>
            </a:r>
          </a:p>
          <a:p>
            <a:pPr lvl="1"/>
            <a:r>
              <a:rPr lang="fr-FR" dirty="0"/>
              <a:t>Eau</a:t>
            </a:r>
          </a:p>
          <a:p>
            <a:pPr lvl="1"/>
            <a:r>
              <a:rPr lang="fr-FR" dirty="0"/>
              <a:t>Feu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066843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B6B2D1-5852-875F-179F-346039C76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Vue d’ensemble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65F6F7-8313-7DAE-0DA7-39DC25D3E106}"/>
              </a:ext>
            </a:extLst>
          </p:cNvPr>
          <p:cNvSpPr/>
          <p:nvPr/>
        </p:nvSpPr>
        <p:spPr>
          <a:xfrm>
            <a:off x="2221057" y="1168862"/>
            <a:ext cx="3391593" cy="177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Maison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D13C5DB5-98A9-FBD1-91BC-1F31ADEBF8AB}"/>
              </a:ext>
            </a:extLst>
          </p:cNvPr>
          <p:cNvGrpSpPr/>
          <p:nvPr/>
        </p:nvGrpSpPr>
        <p:grpSpPr>
          <a:xfrm>
            <a:off x="5953383" y="262877"/>
            <a:ext cx="2784072" cy="2667924"/>
            <a:chOff x="7024946" y="1005840"/>
            <a:chExt cx="2784072" cy="26679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94E9321-9BBD-F9A7-C8F9-2D8B56B41639}"/>
                </a:ext>
              </a:extLst>
            </p:cNvPr>
            <p:cNvSpPr/>
            <p:nvPr/>
          </p:nvSpPr>
          <p:spPr>
            <a:xfrm>
              <a:off x="7568738" y="1897612"/>
              <a:ext cx="1087584" cy="177615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Arbre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7DBDC57-C97D-6BD9-E76F-2304DC7F8CD7}"/>
                </a:ext>
              </a:extLst>
            </p:cNvPr>
            <p:cNvSpPr/>
            <p:nvPr/>
          </p:nvSpPr>
          <p:spPr>
            <a:xfrm>
              <a:off x="7024946" y="1005840"/>
              <a:ext cx="2784072" cy="89177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3028798D-857C-3DEF-4A1D-A51CE8EC5474}"/>
              </a:ext>
            </a:extLst>
          </p:cNvPr>
          <p:cNvSpPr/>
          <p:nvPr/>
        </p:nvSpPr>
        <p:spPr>
          <a:xfrm>
            <a:off x="1656658" y="3015385"/>
            <a:ext cx="4639367" cy="103900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Fondation</a:t>
            </a:r>
            <a:endParaRPr lang="fr-F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0F2749-AB79-70F1-083F-00AB5F7A7BC6}"/>
              </a:ext>
            </a:extLst>
          </p:cNvPr>
          <p:cNvSpPr/>
          <p:nvPr/>
        </p:nvSpPr>
        <p:spPr>
          <a:xfrm>
            <a:off x="1323410" y="6048374"/>
            <a:ext cx="10930503" cy="6334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Tunnel de lave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1910BFA0-9623-DCAB-2BB5-C582C0A67E4A}"/>
              </a:ext>
            </a:extLst>
          </p:cNvPr>
          <p:cNvGrpSpPr/>
          <p:nvPr/>
        </p:nvGrpSpPr>
        <p:grpSpPr>
          <a:xfrm>
            <a:off x="5646940" y="3015385"/>
            <a:ext cx="3146586" cy="2913928"/>
            <a:chOff x="5659277" y="3015385"/>
            <a:chExt cx="3146586" cy="291392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E78DE24-0F03-3CD9-A5AC-42B20140A3E2}"/>
                </a:ext>
              </a:extLst>
            </p:cNvPr>
            <p:cNvSpPr/>
            <p:nvPr/>
          </p:nvSpPr>
          <p:spPr>
            <a:xfrm>
              <a:off x="6406861" y="3015385"/>
              <a:ext cx="2399002" cy="223765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Tanière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DEDD9A7-C937-86B0-73CF-79CC553C2D90}"/>
                </a:ext>
              </a:extLst>
            </p:cNvPr>
            <p:cNvSpPr/>
            <p:nvPr/>
          </p:nvSpPr>
          <p:spPr>
            <a:xfrm>
              <a:off x="5659277" y="4173448"/>
              <a:ext cx="1594788" cy="1755865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CBD7DD3A-533C-5506-FB8E-5C0D3B356BB8}"/>
              </a:ext>
            </a:extLst>
          </p:cNvPr>
          <p:cNvGrpSpPr/>
          <p:nvPr/>
        </p:nvGrpSpPr>
        <p:grpSpPr>
          <a:xfrm>
            <a:off x="1656658" y="4124758"/>
            <a:ext cx="3891782" cy="1799818"/>
            <a:chOff x="1656658" y="4124758"/>
            <a:chExt cx="3891782" cy="179981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E97E40A-06F8-9F45-675E-C4427A1A50B2}"/>
                </a:ext>
              </a:extLst>
            </p:cNvPr>
            <p:cNvSpPr/>
            <p:nvPr/>
          </p:nvSpPr>
          <p:spPr>
            <a:xfrm>
              <a:off x="2949287" y="4124758"/>
              <a:ext cx="2599153" cy="17998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Fourmilière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ABCC646-CBE3-16F5-04E6-FBF57398D288}"/>
                </a:ext>
              </a:extLst>
            </p:cNvPr>
            <p:cNvSpPr/>
            <p:nvPr/>
          </p:nvSpPr>
          <p:spPr>
            <a:xfrm>
              <a:off x="1656658" y="4130586"/>
              <a:ext cx="1292629" cy="91766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CAE66CB5-0967-A5F0-EEEF-56316B38DB7A}"/>
              </a:ext>
            </a:extLst>
          </p:cNvPr>
          <p:cNvGrpSpPr/>
          <p:nvPr/>
        </p:nvGrpSpPr>
        <p:grpSpPr>
          <a:xfrm>
            <a:off x="7381875" y="2824425"/>
            <a:ext cx="4035912" cy="3104888"/>
            <a:chOff x="7381875" y="2824425"/>
            <a:chExt cx="4035912" cy="3104888"/>
          </a:xfrm>
        </p:grpSpPr>
        <p:grpSp>
          <p:nvGrpSpPr>
            <p:cNvPr id="19" name="Groupe 18">
              <a:extLst>
                <a:ext uri="{FF2B5EF4-FFF2-40B4-BE49-F238E27FC236}">
                  <a16:creationId xmlns:a16="http://schemas.microsoft.com/office/drawing/2014/main" id="{BE8955C3-AE63-B1C4-80ED-E7613D74DEAE}"/>
                </a:ext>
              </a:extLst>
            </p:cNvPr>
            <p:cNvGrpSpPr/>
            <p:nvPr/>
          </p:nvGrpSpPr>
          <p:grpSpPr>
            <a:xfrm>
              <a:off x="7381875" y="2824425"/>
              <a:ext cx="3411768" cy="3104888"/>
              <a:chOff x="7381875" y="2824425"/>
              <a:chExt cx="3411768" cy="310488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DB2757F-C30D-0AB0-3469-64D2CE8D791E}"/>
                  </a:ext>
                </a:extLst>
              </p:cNvPr>
              <p:cNvSpPr/>
              <p:nvPr/>
            </p:nvSpPr>
            <p:spPr>
              <a:xfrm>
                <a:off x="8935227" y="2824425"/>
                <a:ext cx="929208" cy="310488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Trou de glace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43FB1D4-2762-42EA-6F51-DB8CD252339E}"/>
                  </a:ext>
                </a:extLst>
              </p:cNvPr>
              <p:cNvSpPr/>
              <p:nvPr/>
            </p:nvSpPr>
            <p:spPr>
              <a:xfrm>
                <a:off x="9864435" y="3429000"/>
                <a:ext cx="929208" cy="250031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9052A61-C6B0-C7EE-0A40-86697E0EAA2D}"/>
                  </a:ext>
                </a:extLst>
              </p:cNvPr>
              <p:cNvSpPr/>
              <p:nvPr/>
            </p:nvSpPr>
            <p:spPr>
              <a:xfrm>
                <a:off x="7381875" y="5334000"/>
                <a:ext cx="1553352" cy="59531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C282386-10D1-6BAD-CC10-165D3EB12AA3}"/>
                </a:ext>
              </a:extLst>
            </p:cNvPr>
            <p:cNvSpPr/>
            <p:nvPr/>
          </p:nvSpPr>
          <p:spPr>
            <a:xfrm>
              <a:off x="10793643" y="4697973"/>
              <a:ext cx="624144" cy="122660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E75AC32E-CFA4-B0FB-258D-BEBCE2A2510C}"/>
              </a:ext>
            </a:extLst>
          </p:cNvPr>
          <p:cNvGrpSpPr/>
          <p:nvPr/>
        </p:nvGrpSpPr>
        <p:grpSpPr>
          <a:xfrm>
            <a:off x="7653337" y="2154771"/>
            <a:ext cx="4569316" cy="3769805"/>
            <a:chOff x="7653337" y="2154771"/>
            <a:chExt cx="4569316" cy="376980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0C17CD1-6737-84E4-8FDC-AB31D5B2019A}"/>
                </a:ext>
              </a:extLst>
            </p:cNvPr>
            <p:cNvSpPr/>
            <p:nvPr/>
          </p:nvSpPr>
          <p:spPr>
            <a:xfrm>
              <a:off x="8805862" y="2154772"/>
              <a:ext cx="1152525" cy="622027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Jardin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84336CF-54CB-278A-395F-E75884E8543A}"/>
                </a:ext>
              </a:extLst>
            </p:cNvPr>
            <p:cNvSpPr/>
            <p:nvPr/>
          </p:nvSpPr>
          <p:spPr>
            <a:xfrm>
              <a:off x="7653337" y="2154771"/>
              <a:ext cx="1152525" cy="790243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A749786-027E-3F30-C252-8C6DB82BAC41}"/>
                </a:ext>
              </a:extLst>
            </p:cNvPr>
            <p:cNvSpPr/>
            <p:nvPr/>
          </p:nvSpPr>
          <p:spPr>
            <a:xfrm>
              <a:off x="9910761" y="2154771"/>
              <a:ext cx="1384068" cy="1226603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15E5E50-2665-0AA8-9ADC-D384DD08FD8D}"/>
                </a:ext>
              </a:extLst>
            </p:cNvPr>
            <p:cNvSpPr/>
            <p:nvPr/>
          </p:nvSpPr>
          <p:spPr>
            <a:xfrm>
              <a:off x="10839968" y="3381374"/>
              <a:ext cx="999607" cy="1226603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76023DA-E838-D4BC-0AB8-B09EC09A501E}"/>
                </a:ext>
              </a:extLst>
            </p:cNvPr>
            <p:cNvSpPr/>
            <p:nvPr/>
          </p:nvSpPr>
          <p:spPr>
            <a:xfrm>
              <a:off x="11464112" y="4607977"/>
              <a:ext cx="758541" cy="131659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F701328-F4A6-8914-DBFA-8EDAB343270E}"/>
                </a:ext>
              </a:extLst>
            </p:cNvPr>
            <p:cNvSpPr/>
            <p:nvPr/>
          </p:nvSpPr>
          <p:spPr>
            <a:xfrm>
              <a:off x="11294829" y="2154772"/>
              <a:ext cx="810493" cy="622027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49119913-4C29-853E-DDCF-444C2F6CA43C}"/>
              </a:ext>
            </a:extLst>
          </p:cNvPr>
          <p:cNvSpPr/>
          <p:nvPr/>
        </p:nvSpPr>
        <p:spPr>
          <a:xfrm>
            <a:off x="897171" y="2519362"/>
            <a:ext cx="719051" cy="27716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Puit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D956DDF-FCFA-5111-A30B-C5B966A081E1}"/>
              </a:ext>
            </a:extLst>
          </p:cNvPr>
          <p:cNvSpPr/>
          <p:nvPr/>
        </p:nvSpPr>
        <p:spPr>
          <a:xfrm>
            <a:off x="5646940" y="2339110"/>
            <a:ext cx="781658" cy="59169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D7113962-D75F-0C91-0DCA-955AA4D612CE}"/>
              </a:ext>
            </a:extLst>
          </p:cNvPr>
          <p:cNvGrpSpPr/>
          <p:nvPr/>
        </p:nvGrpSpPr>
        <p:grpSpPr>
          <a:xfrm>
            <a:off x="-1" y="5088156"/>
            <a:ext cx="2853346" cy="1619824"/>
            <a:chOff x="-1" y="5088156"/>
            <a:chExt cx="2853346" cy="1619824"/>
          </a:xfrm>
        </p:grpSpPr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16E482DF-72A5-D08D-4983-7664A63172AA}"/>
                </a:ext>
              </a:extLst>
            </p:cNvPr>
            <p:cNvGrpSpPr/>
            <p:nvPr/>
          </p:nvGrpSpPr>
          <p:grpSpPr>
            <a:xfrm>
              <a:off x="-1" y="5334002"/>
              <a:ext cx="2850787" cy="1373978"/>
              <a:chOff x="29310" y="4597731"/>
              <a:chExt cx="2850787" cy="2260269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27CCEE8-6CCE-AB65-30F0-9A3E3A3D439E}"/>
                  </a:ext>
                </a:extLst>
              </p:cNvPr>
              <p:cNvSpPr/>
              <p:nvPr/>
            </p:nvSpPr>
            <p:spPr>
              <a:xfrm>
                <a:off x="29310" y="4597731"/>
                <a:ext cx="2850787" cy="102661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Aquifère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9F633C1-F544-A87B-935A-0C492D368201}"/>
                  </a:ext>
                </a:extLst>
              </p:cNvPr>
              <p:cNvSpPr/>
              <p:nvPr/>
            </p:nvSpPr>
            <p:spPr>
              <a:xfrm>
                <a:off x="29310" y="5624344"/>
                <a:ext cx="1243013" cy="123365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836BD3B-F12F-0F5C-F99B-7E8A06826C49}"/>
                </a:ext>
              </a:extLst>
            </p:cNvPr>
            <p:cNvSpPr/>
            <p:nvPr/>
          </p:nvSpPr>
          <p:spPr>
            <a:xfrm>
              <a:off x="1656658" y="5091203"/>
              <a:ext cx="1196687" cy="248894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4D9B002-C356-96EF-F977-EBBDED82D91A}"/>
                </a:ext>
              </a:extLst>
            </p:cNvPr>
            <p:cNvSpPr/>
            <p:nvPr/>
          </p:nvSpPr>
          <p:spPr>
            <a:xfrm>
              <a:off x="0" y="5088156"/>
              <a:ext cx="850845" cy="248894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3062152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DBAB46-201B-7527-0382-733C1D0C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Fondations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92561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B18A1F-2138-AC09-7527-28230552E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Level1_Screen1</a:t>
            </a:r>
            <a:endParaRPr lang="fr-FR" dirty="0"/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95365FD6-EDA5-7C38-3563-745E6D420CA9}"/>
              </a:ext>
            </a:extLst>
          </p:cNvPr>
          <p:cNvSpPr/>
          <p:nvPr/>
        </p:nvSpPr>
        <p:spPr>
          <a:xfrm>
            <a:off x="1017530" y="493826"/>
            <a:ext cx="1971156" cy="6373699"/>
          </a:xfrm>
          <a:custGeom>
            <a:avLst/>
            <a:gdLst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0678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9822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35200 w 10241280"/>
              <a:gd name="connsiteY3" fmla="*/ 446901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9106594 w 10241280"/>
              <a:gd name="connsiteY8" fmla="*/ 4788130 h 5370022"/>
              <a:gd name="connsiteX9" fmla="*/ 10241280 w 10241280"/>
              <a:gd name="connsiteY9" fmla="*/ 4796444 h 5370022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06594 w 10241280"/>
              <a:gd name="connsiteY8" fmla="*/ 4788130 h 5764875"/>
              <a:gd name="connsiteX9" fmla="*/ 10241280 w 10241280"/>
              <a:gd name="connsiteY9" fmla="*/ 4796444 h 5764875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31533 w 10241280"/>
              <a:gd name="connsiteY8" fmla="*/ 5124796 h 5764875"/>
              <a:gd name="connsiteX9" fmla="*/ 10241280 w 10241280"/>
              <a:gd name="connsiteY9" fmla="*/ 4796444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4110644 w 10245437"/>
              <a:gd name="connsiteY6" fmla="*/ 5370022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4585768 w 10245437"/>
              <a:gd name="connsiteY5" fmla="*/ 5132502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585768 w 10245437"/>
              <a:gd name="connsiteY5" fmla="*/ 5132502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852468 w 10245437"/>
              <a:gd name="connsiteY5" fmla="*/ 5137264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52468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34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07721 w 10245437"/>
              <a:gd name="connsiteY8" fmla="*/ 5100983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8196 w 10245437"/>
              <a:gd name="connsiteY8" fmla="*/ 5124796 h 5789901"/>
              <a:gd name="connsiteX9" fmla="*/ 10245437 w 10245437"/>
              <a:gd name="connsiteY9" fmla="*/ 5108171 h 5789901"/>
              <a:gd name="connsiteX0" fmla="*/ 1183525 w 10245437"/>
              <a:gd name="connsiteY0" fmla="*/ 4494241 h 4494241"/>
              <a:gd name="connsiteX1" fmla="*/ 20782 w 10245437"/>
              <a:gd name="connsiteY1" fmla="*/ 0 h 4494241"/>
              <a:gd name="connsiteX2" fmla="*/ 0 w 10245437"/>
              <a:gd name="connsiteY2" fmla="*/ 2535381 h 4494241"/>
              <a:gd name="connsiteX3" fmla="*/ 1133764 w 10245437"/>
              <a:gd name="connsiteY3" fmla="*/ 2544619 h 4494241"/>
              <a:gd name="connsiteX4" fmla="*/ 1142538 w 10245437"/>
              <a:gd name="connsiteY4" fmla="*/ 3214254 h 4494241"/>
              <a:gd name="connsiteX5" fmla="*/ 4876281 w 10245437"/>
              <a:gd name="connsiteY5" fmla="*/ 3221180 h 4494241"/>
              <a:gd name="connsiteX6" fmla="*/ 4873337 w 10245437"/>
              <a:gd name="connsiteY6" fmla="*/ 3873817 h 4494241"/>
              <a:gd name="connsiteX7" fmla="*/ 9089968 w 10245437"/>
              <a:gd name="connsiteY7" fmla="*/ 3848791 h 4494241"/>
              <a:gd name="connsiteX8" fmla="*/ 9098196 w 10245437"/>
              <a:gd name="connsiteY8" fmla="*/ 3208712 h 4494241"/>
              <a:gd name="connsiteX9" fmla="*/ 10245437 w 10245437"/>
              <a:gd name="connsiteY9" fmla="*/ 3192087 h 4494241"/>
              <a:gd name="connsiteX0" fmla="*/ 1183525 w 10245437"/>
              <a:gd name="connsiteY0" fmla="*/ 3527454 h 3527454"/>
              <a:gd name="connsiteX1" fmla="*/ 1168544 w 10245437"/>
              <a:gd name="connsiteY1" fmla="*/ 0 h 3527454"/>
              <a:gd name="connsiteX2" fmla="*/ 0 w 10245437"/>
              <a:gd name="connsiteY2" fmla="*/ 1568594 h 3527454"/>
              <a:gd name="connsiteX3" fmla="*/ 1133764 w 10245437"/>
              <a:gd name="connsiteY3" fmla="*/ 1577832 h 3527454"/>
              <a:gd name="connsiteX4" fmla="*/ 1142538 w 10245437"/>
              <a:gd name="connsiteY4" fmla="*/ 2247467 h 3527454"/>
              <a:gd name="connsiteX5" fmla="*/ 4876281 w 10245437"/>
              <a:gd name="connsiteY5" fmla="*/ 2254393 h 3527454"/>
              <a:gd name="connsiteX6" fmla="*/ 4873337 w 10245437"/>
              <a:gd name="connsiteY6" fmla="*/ 2907030 h 3527454"/>
              <a:gd name="connsiteX7" fmla="*/ 9089968 w 10245437"/>
              <a:gd name="connsiteY7" fmla="*/ 2882004 h 3527454"/>
              <a:gd name="connsiteX8" fmla="*/ 9098196 w 10245437"/>
              <a:gd name="connsiteY8" fmla="*/ 2241925 h 3527454"/>
              <a:gd name="connsiteX9" fmla="*/ 10245437 w 10245437"/>
              <a:gd name="connsiteY9" fmla="*/ 2225300 h 3527454"/>
              <a:gd name="connsiteX0" fmla="*/ 1712162 w 10774074"/>
              <a:gd name="connsiteY0" fmla="*/ 3527454 h 3527454"/>
              <a:gd name="connsiteX1" fmla="*/ 1697181 w 10774074"/>
              <a:gd name="connsiteY1" fmla="*/ 0 h 3527454"/>
              <a:gd name="connsiteX2" fmla="*/ 0 w 10774074"/>
              <a:gd name="connsiteY2" fmla="*/ 6494 h 3527454"/>
              <a:gd name="connsiteX3" fmla="*/ 1662401 w 10774074"/>
              <a:gd name="connsiteY3" fmla="*/ 1577832 h 3527454"/>
              <a:gd name="connsiteX4" fmla="*/ 1671175 w 10774074"/>
              <a:gd name="connsiteY4" fmla="*/ 2247467 h 3527454"/>
              <a:gd name="connsiteX5" fmla="*/ 5404918 w 10774074"/>
              <a:gd name="connsiteY5" fmla="*/ 2254393 h 3527454"/>
              <a:gd name="connsiteX6" fmla="*/ 5401974 w 10774074"/>
              <a:gd name="connsiteY6" fmla="*/ 2907030 h 3527454"/>
              <a:gd name="connsiteX7" fmla="*/ 9618605 w 10774074"/>
              <a:gd name="connsiteY7" fmla="*/ 2882004 h 3527454"/>
              <a:gd name="connsiteX8" fmla="*/ 9626833 w 10774074"/>
              <a:gd name="connsiteY8" fmla="*/ 2241925 h 3527454"/>
              <a:gd name="connsiteX9" fmla="*/ 10774074 w 10774074"/>
              <a:gd name="connsiteY9" fmla="*/ 2225300 h 3527454"/>
              <a:gd name="connsiteX0" fmla="*/ 1712162 w 10774074"/>
              <a:gd name="connsiteY0" fmla="*/ 3983209 h 3983209"/>
              <a:gd name="connsiteX1" fmla="*/ 1697181 w 10774074"/>
              <a:gd name="connsiteY1" fmla="*/ 455755 h 3983209"/>
              <a:gd name="connsiteX2" fmla="*/ 0 w 10774074"/>
              <a:gd name="connsiteY2" fmla="*/ 462249 h 3983209"/>
              <a:gd name="connsiteX3" fmla="*/ 14576 w 10774074"/>
              <a:gd name="connsiteY3" fmla="*/ 0 h 3983209"/>
              <a:gd name="connsiteX4" fmla="*/ 1671175 w 10774074"/>
              <a:gd name="connsiteY4" fmla="*/ 2703222 h 3983209"/>
              <a:gd name="connsiteX5" fmla="*/ 5404918 w 10774074"/>
              <a:gd name="connsiteY5" fmla="*/ 2710148 h 3983209"/>
              <a:gd name="connsiteX6" fmla="*/ 5401974 w 10774074"/>
              <a:gd name="connsiteY6" fmla="*/ 3362785 h 3983209"/>
              <a:gd name="connsiteX7" fmla="*/ 9618605 w 10774074"/>
              <a:gd name="connsiteY7" fmla="*/ 3337759 h 3983209"/>
              <a:gd name="connsiteX8" fmla="*/ 9626833 w 10774074"/>
              <a:gd name="connsiteY8" fmla="*/ 2697680 h 3983209"/>
              <a:gd name="connsiteX9" fmla="*/ 10774074 w 10774074"/>
              <a:gd name="connsiteY9" fmla="*/ 2681055 h 3983209"/>
              <a:gd name="connsiteX0" fmla="*/ 1712162 w 10774074"/>
              <a:gd name="connsiteY0" fmla="*/ 3983209 h 3983209"/>
              <a:gd name="connsiteX1" fmla="*/ 1697181 w 10774074"/>
              <a:gd name="connsiteY1" fmla="*/ 455755 h 3983209"/>
              <a:gd name="connsiteX2" fmla="*/ 0 w 10774074"/>
              <a:gd name="connsiteY2" fmla="*/ 462249 h 3983209"/>
              <a:gd name="connsiteX3" fmla="*/ 14576 w 10774074"/>
              <a:gd name="connsiteY3" fmla="*/ 0 h 3983209"/>
              <a:gd name="connsiteX4" fmla="*/ 2228387 w 10774074"/>
              <a:gd name="connsiteY4" fmla="*/ 74322 h 3983209"/>
              <a:gd name="connsiteX5" fmla="*/ 5404918 w 10774074"/>
              <a:gd name="connsiteY5" fmla="*/ 2710148 h 3983209"/>
              <a:gd name="connsiteX6" fmla="*/ 5401974 w 10774074"/>
              <a:gd name="connsiteY6" fmla="*/ 3362785 h 3983209"/>
              <a:gd name="connsiteX7" fmla="*/ 9618605 w 10774074"/>
              <a:gd name="connsiteY7" fmla="*/ 3337759 h 3983209"/>
              <a:gd name="connsiteX8" fmla="*/ 9626833 w 10774074"/>
              <a:gd name="connsiteY8" fmla="*/ 2697680 h 3983209"/>
              <a:gd name="connsiteX9" fmla="*/ 10774074 w 10774074"/>
              <a:gd name="connsiteY9" fmla="*/ 2681055 h 3983209"/>
              <a:gd name="connsiteX0" fmla="*/ 1712162 w 10774074"/>
              <a:gd name="connsiteY0" fmla="*/ 4151775 h 4151775"/>
              <a:gd name="connsiteX1" fmla="*/ 1697181 w 10774074"/>
              <a:gd name="connsiteY1" fmla="*/ 624321 h 4151775"/>
              <a:gd name="connsiteX2" fmla="*/ 0 w 10774074"/>
              <a:gd name="connsiteY2" fmla="*/ 630815 h 4151775"/>
              <a:gd name="connsiteX3" fmla="*/ 14576 w 10774074"/>
              <a:gd name="connsiteY3" fmla="*/ 168566 h 4151775"/>
              <a:gd name="connsiteX4" fmla="*/ 1714037 w 10774074"/>
              <a:gd name="connsiteY4" fmla="*/ 0 h 4151775"/>
              <a:gd name="connsiteX5" fmla="*/ 5404918 w 10774074"/>
              <a:gd name="connsiteY5" fmla="*/ 2878714 h 4151775"/>
              <a:gd name="connsiteX6" fmla="*/ 5401974 w 10774074"/>
              <a:gd name="connsiteY6" fmla="*/ 3531351 h 4151775"/>
              <a:gd name="connsiteX7" fmla="*/ 9618605 w 10774074"/>
              <a:gd name="connsiteY7" fmla="*/ 3506325 h 4151775"/>
              <a:gd name="connsiteX8" fmla="*/ 9626833 w 10774074"/>
              <a:gd name="connsiteY8" fmla="*/ 2866246 h 4151775"/>
              <a:gd name="connsiteX9" fmla="*/ 10774074 w 10774074"/>
              <a:gd name="connsiteY9" fmla="*/ 2849621 h 4151775"/>
              <a:gd name="connsiteX0" fmla="*/ 1712162 w 10774074"/>
              <a:gd name="connsiteY0" fmla="*/ 4187997 h 4187997"/>
              <a:gd name="connsiteX1" fmla="*/ 1697181 w 10774074"/>
              <a:gd name="connsiteY1" fmla="*/ 660543 h 4187997"/>
              <a:gd name="connsiteX2" fmla="*/ 0 w 10774074"/>
              <a:gd name="connsiteY2" fmla="*/ 667037 h 4187997"/>
              <a:gd name="connsiteX3" fmla="*/ 14576 w 10774074"/>
              <a:gd name="connsiteY3" fmla="*/ 0 h 4187997"/>
              <a:gd name="connsiteX4" fmla="*/ 1714037 w 10774074"/>
              <a:gd name="connsiteY4" fmla="*/ 36222 h 4187997"/>
              <a:gd name="connsiteX5" fmla="*/ 5404918 w 10774074"/>
              <a:gd name="connsiteY5" fmla="*/ 2914936 h 4187997"/>
              <a:gd name="connsiteX6" fmla="*/ 5401974 w 10774074"/>
              <a:gd name="connsiteY6" fmla="*/ 3567573 h 4187997"/>
              <a:gd name="connsiteX7" fmla="*/ 9618605 w 10774074"/>
              <a:gd name="connsiteY7" fmla="*/ 3542547 h 4187997"/>
              <a:gd name="connsiteX8" fmla="*/ 9626833 w 10774074"/>
              <a:gd name="connsiteY8" fmla="*/ 2902468 h 4187997"/>
              <a:gd name="connsiteX9" fmla="*/ 10774074 w 10774074"/>
              <a:gd name="connsiteY9" fmla="*/ 2885843 h 4187997"/>
              <a:gd name="connsiteX0" fmla="*/ 1712162 w 10774074"/>
              <a:gd name="connsiteY0" fmla="*/ 4187997 h 4187997"/>
              <a:gd name="connsiteX1" fmla="*/ 1697181 w 10774074"/>
              <a:gd name="connsiteY1" fmla="*/ 660543 h 4187997"/>
              <a:gd name="connsiteX2" fmla="*/ 0 w 10774074"/>
              <a:gd name="connsiteY2" fmla="*/ 667037 h 4187997"/>
              <a:gd name="connsiteX3" fmla="*/ 14576 w 10774074"/>
              <a:gd name="connsiteY3" fmla="*/ 0 h 4187997"/>
              <a:gd name="connsiteX4" fmla="*/ 1952162 w 10774074"/>
              <a:gd name="connsiteY4" fmla="*/ 7647 h 4187997"/>
              <a:gd name="connsiteX5" fmla="*/ 5404918 w 10774074"/>
              <a:gd name="connsiteY5" fmla="*/ 2914936 h 4187997"/>
              <a:gd name="connsiteX6" fmla="*/ 5401974 w 10774074"/>
              <a:gd name="connsiteY6" fmla="*/ 3567573 h 4187997"/>
              <a:gd name="connsiteX7" fmla="*/ 9618605 w 10774074"/>
              <a:gd name="connsiteY7" fmla="*/ 3542547 h 4187997"/>
              <a:gd name="connsiteX8" fmla="*/ 9626833 w 10774074"/>
              <a:gd name="connsiteY8" fmla="*/ 2902468 h 4187997"/>
              <a:gd name="connsiteX9" fmla="*/ 10774074 w 10774074"/>
              <a:gd name="connsiteY9" fmla="*/ 2885843 h 4187997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5401974 w 10774074"/>
              <a:gd name="connsiteY6" fmla="*/ 5753275 h 6373699"/>
              <a:gd name="connsiteX7" fmla="*/ 9618605 w 10774074"/>
              <a:gd name="connsiteY7" fmla="*/ 5728249 h 6373699"/>
              <a:gd name="connsiteX8" fmla="*/ 9626833 w 10774074"/>
              <a:gd name="connsiteY8" fmla="*/ 5088170 h 6373699"/>
              <a:gd name="connsiteX9" fmla="*/ 10774074 w 10774074"/>
              <a:gd name="connsiteY9" fmla="*/ 5071545 h 6373699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9618605 w 10774074"/>
              <a:gd name="connsiteY6" fmla="*/ 5728249 h 6373699"/>
              <a:gd name="connsiteX7" fmla="*/ 9626833 w 10774074"/>
              <a:gd name="connsiteY7" fmla="*/ 5088170 h 6373699"/>
              <a:gd name="connsiteX8" fmla="*/ 10774074 w 10774074"/>
              <a:gd name="connsiteY8" fmla="*/ 5071545 h 6373699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9626833 w 10774074"/>
              <a:gd name="connsiteY6" fmla="*/ 5088170 h 6373699"/>
              <a:gd name="connsiteX7" fmla="*/ 10774074 w 10774074"/>
              <a:gd name="connsiteY7" fmla="*/ 5071545 h 6373699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10774074 w 10774074"/>
              <a:gd name="connsiteY6" fmla="*/ 5071545 h 6373699"/>
              <a:gd name="connsiteX0" fmla="*/ 1712162 w 1971156"/>
              <a:gd name="connsiteY0" fmla="*/ 6373699 h 6373699"/>
              <a:gd name="connsiteX1" fmla="*/ 1697181 w 1971156"/>
              <a:gd name="connsiteY1" fmla="*/ 2846245 h 6373699"/>
              <a:gd name="connsiteX2" fmla="*/ 0 w 1971156"/>
              <a:gd name="connsiteY2" fmla="*/ 2852739 h 6373699"/>
              <a:gd name="connsiteX3" fmla="*/ 14576 w 1971156"/>
              <a:gd name="connsiteY3" fmla="*/ 2185702 h 6373699"/>
              <a:gd name="connsiteX4" fmla="*/ 1952162 w 1971156"/>
              <a:gd name="connsiteY4" fmla="*/ 2193349 h 6373699"/>
              <a:gd name="connsiteX5" fmla="*/ 1971156 w 1971156"/>
              <a:gd name="connsiteY5" fmla="*/ 0 h 637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71156" h="6373699">
                <a:moveTo>
                  <a:pt x="1712162" y="6373699"/>
                </a:moveTo>
                <a:cubicBezTo>
                  <a:pt x="1707168" y="5197881"/>
                  <a:pt x="1702175" y="4022063"/>
                  <a:pt x="1697181" y="2846245"/>
                </a:cubicBezTo>
                <a:lnTo>
                  <a:pt x="0" y="2852739"/>
                </a:lnTo>
                <a:lnTo>
                  <a:pt x="14576" y="2185702"/>
                </a:lnTo>
                <a:lnTo>
                  <a:pt x="1952162" y="2193349"/>
                </a:lnTo>
                <a:lnTo>
                  <a:pt x="1971156" y="0"/>
                </a:lnTo>
              </a:path>
            </a:pathLst>
          </a:cu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07F834B7-12C4-6D2A-3655-6775E4465FAB}"/>
              </a:ext>
            </a:extLst>
          </p:cNvPr>
          <p:cNvSpPr/>
          <p:nvPr/>
        </p:nvSpPr>
        <p:spPr>
          <a:xfrm>
            <a:off x="3867235" y="479539"/>
            <a:ext cx="1134169" cy="6387985"/>
          </a:xfrm>
          <a:custGeom>
            <a:avLst/>
            <a:gdLst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0678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9822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35200 w 10241280"/>
              <a:gd name="connsiteY3" fmla="*/ 446901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9106594 w 10241280"/>
              <a:gd name="connsiteY8" fmla="*/ 4788130 h 5370022"/>
              <a:gd name="connsiteX9" fmla="*/ 10241280 w 10241280"/>
              <a:gd name="connsiteY9" fmla="*/ 4796444 h 5370022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06594 w 10241280"/>
              <a:gd name="connsiteY8" fmla="*/ 4788130 h 5764875"/>
              <a:gd name="connsiteX9" fmla="*/ 10241280 w 10241280"/>
              <a:gd name="connsiteY9" fmla="*/ 4796444 h 5764875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31533 w 10241280"/>
              <a:gd name="connsiteY8" fmla="*/ 5124796 h 5764875"/>
              <a:gd name="connsiteX9" fmla="*/ 10241280 w 10241280"/>
              <a:gd name="connsiteY9" fmla="*/ 4796444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4110644 w 10245437"/>
              <a:gd name="connsiteY6" fmla="*/ 5370022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4585768 w 10245437"/>
              <a:gd name="connsiteY5" fmla="*/ 5132502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585768 w 10245437"/>
              <a:gd name="connsiteY5" fmla="*/ 5132502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852468 w 10245437"/>
              <a:gd name="connsiteY5" fmla="*/ 5137264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52468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34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07721 w 10245437"/>
              <a:gd name="connsiteY8" fmla="*/ 5100983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8196 w 10245437"/>
              <a:gd name="connsiteY8" fmla="*/ 5124796 h 5789901"/>
              <a:gd name="connsiteX9" fmla="*/ 10245437 w 10245437"/>
              <a:gd name="connsiteY9" fmla="*/ 5108171 h 5789901"/>
              <a:gd name="connsiteX0" fmla="*/ 1183525 w 10245437"/>
              <a:gd name="connsiteY0" fmla="*/ 4494241 h 4494241"/>
              <a:gd name="connsiteX1" fmla="*/ 20782 w 10245437"/>
              <a:gd name="connsiteY1" fmla="*/ 0 h 4494241"/>
              <a:gd name="connsiteX2" fmla="*/ 0 w 10245437"/>
              <a:gd name="connsiteY2" fmla="*/ 2535381 h 4494241"/>
              <a:gd name="connsiteX3" fmla="*/ 1133764 w 10245437"/>
              <a:gd name="connsiteY3" fmla="*/ 2544619 h 4494241"/>
              <a:gd name="connsiteX4" fmla="*/ 1142538 w 10245437"/>
              <a:gd name="connsiteY4" fmla="*/ 3214254 h 4494241"/>
              <a:gd name="connsiteX5" fmla="*/ 4876281 w 10245437"/>
              <a:gd name="connsiteY5" fmla="*/ 3221180 h 4494241"/>
              <a:gd name="connsiteX6" fmla="*/ 4873337 w 10245437"/>
              <a:gd name="connsiteY6" fmla="*/ 3873817 h 4494241"/>
              <a:gd name="connsiteX7" fmla="*/ 9089968 w 10245437"/>
              <a:gd name="connsiteY7" fmla="*/ 3848791 h 4494241"/>
              <a:gd name="connsiteX8" fmla="*/ 9098196 w 10245437"/>
              <a:gd name="connsiteY8" fmla="*/ 3208712 h 4494241"/>
              <a:gd name="connsiteX9" fmla="*/ 10245437 w 10245437"/>
              <a:gd name="connsiteY9" fmla="*/ 3192087 h 4494241"/>
              <a:gd name="connsiteX0" fmla="*/ 1183525 w 10245437"/>
              <a:gd name="connsiteY0" fmla="*/ 3527454 h 3527454"/>
              <a:gd name="connsiteX1" fmla="*/ 1168544 w 10245437"/>
              <a:gd name="connsiteY1" fmla="*/ 0 h 3527454"/>
              <a:gd name="connsiteX2" fmla="*/ 0 w 10245437"/>
              <a:gd name="connsiteY2" fmla="*/ 1568594 h 3527454"/>
              <a:gd name="connsiteX3" fmla="*/ 1133764 w 10245437"/>
              <a:gd name="connsiteY3" fmla="*/ 1577832 h 3527454"/>
              <a:gd name="connsiteX4" fmla="*/ 1142538 w 10245437"/>
              <a:gd name="connsiteY4" fmla="*/ 2247467 h 3527454"/>
              <a:gd name="connsiteX5" fmla="*/ 4876281 w 10245437"/>
              <a:gd name="connsiteY5" fmla="*/ 2254393 h 3527454"/>
              <a:gd name="connsiteX6" fmla="*/ 4873337 w 10245437"/>
              <a:gd name="connsiteY6" fmla="*/ 2907030 h 3527454"/>
              <a:gd name="connsiteX7" fmla="*/ 9089968 w 10245437"/>
              <a:gd name="connsiteY7" fmla="*/ 2882004 h 3527454"/>
              <a:gd name="connsiteX8" fmla="*/ 9098196 w 10245437"/>
              <a:gd name="connsiteY8" fmla="*/ 2241925 h 3527454"/>
              <a:gd name="connsiteX9" fmla="*/ 10245437 w 10245437"/>
              <a:gd name="connsiteY9" fmla="*/ 2225300 h 3527454"/>
              <a:gd name="connsiteX0" fmla="*/ 1712162 w 10774074"/>
              <a:gd name="connsiteY0" fmla="*/ 3527454 h 3527454"/>
              <a:gd name="connsiteX1" fmla="*/ 1697181 w 10774074"/>
              <a:gd name="connsiteY1" fmla="*/ 0 h 3527454"/>
              <a:gd name="connsiteX2" fmla="*/ 0 w 10774074"/>
              <a:gd name="connsiteY2" fmla="*/ 6494 h 3527454"/>
              <a:gd name="connsiteX3" fmla="*/ 1662401 w 10774074"/>
              <a:gd name="connsiteY3" fmla="*/ 1577832 h 3527454"/>
              <a:gd name="connsiteX4" fmla="*/ 1671175 w 10774074"/>
              <a:gd name="connsiteY4" fmla="*/ 2247467 h 3527454"/>
              <a:gd name="connsiteX5" fmla="*/ 5404918 w 10774074"/>
              <a:gd name="connsiteY5" fmla="*/ 2254393 h 3527454"/>
              <a:gd name="connsiteX6" fmla="*/ 5401974 w 10774074"/>
              <a:gd name="connsiteY6" fmla="*/ 2907030 h 3527454"/>
              <a:gd name="connsiteX7" fmla="*/ 9618605 w 10774074"/>
              <a:gd name="connsiteY7" fmla="*/ 2882004 h 3527454"/>
              <a:gd name="connsiteX8" fmla="*/ 9626833 w 10774074"/>
              <a:gd name="connsiteY8" fmla="*/ 2241925 h 3527454"/>
              <a:gd name="connsiteX9" fmla="*/ 10774074 w 10774074"/>
              <a:gd name="connsiteY9" fmla="*/ 2225300 h 3527454"/>
              <a:gd name="connsiteX0" fmla="*/ 1712162 w 10774074"/>
              <a:gd name="connsiteY0" fmla="*/ 3983209 h 3983209"/>
              <a:gd name="connsiteX1" fmla="*/ 1697181 w 10774074"/>
              <a:gd name="connsiteY1" fmla="*/ 455755 h 3983209"/>
              <a:gd name="connsiteX2" fmla="*/ 0 w 10774074"/>
              <a:gd name="connsiteY2" fmla="*/ 462249 h 3983209"/>
              <a:gd name="connsiteX3" fmla="*/ 14576 w 10774074"/>
              <a:gd name="connsiteY3" fmla="*/ 0 h 3983209"/>
              <a:gd name="connsiteX4" fmla="*/ 1671175 w 10774074"/>
              <a:gd name="connsiteY4" fmla="*/ 2703222 h 3983209"/>
              <a:gd name="connsiteX5" fmla="*/ 5404918 w 10774074"/>
              <a:gd name="connsiteY5" fmla="*/ 2710148 h 3983209"/>
              <a:gd name="connsiteX6" fmla="*/ 5401974 w 10774074"/>
              <a:gd name="connsiteY6" fmla="*/ 3362785 h 3983209"/>
              <a:gd name="connsiteX7" fmla="*/ 9618605 w 10774074"/>
              <a:gd name="connsiteY7" fmla="*/ 3337759 h 3983209"/>
              <a:gd name="connsiteX8" fmla="*/ 9626833 w 10774074"/>
              <a:gd name="connsiteY8" fmla="*/ 2697680 h 3983209"/>
              <a:gd name="connsiteX9" fmla="*/ 10774074 w 10774074"/>
              <a:gd name="connsiteY9" fmla="*/ 2681055 h 3983209"/>
              <a:gd name="connsiteX0" fmla="*/ 1712162 w 10774074"/>
              <a:gd name="connsiteY0" fmla="*/ 3983209 h 3983209"/>
              <a:gd name="connsiteX1" fmla="*/ 1697181 w 10774074"/>
              <a:gd name="connsiteY1" fmla="*/ 455755 h 3983209"/>
              <a:gd name="connsiteX2" fmla="*/ 0 w 10774074"/>
              <a:gd name="connsiteY2" fmla="*/ 462249 h 3983209"/>
              <a:gd name="connsiteX3" fmla="*/ 14576 w 10774074"/>
              <a:gd name="connsiteY3" fmla="*/ 0 h 3983209"/>
              <a:gd name="connsiteX4" fmla="*/ 2228387 w 10774074"/>
              <a:gd name="connsiteY4" fmla="*/ 74322 h 3983209"/>
              <a:gd name="connsiteX5" fmla="*/ 5404918 w 10774074"/>
              <a:gd name="connsiteY5" fmla="*/ 2710148 h 3983209"/>
              <a:gd name="connsiteX6" fmla="*/ 5401974 w 10774074"/>
              <a:gd name="connsiteY6" fmla="*/ 3362785 h 3983209"/>
              <a:gd name="connsiteX7" fmla="*/ 9618605 w 10774074"/>
              <a:gd name="connsiteY7" fmla="*/ 3337759 h 3983209"/>
              <a:gd name="connsiteX8" fmla="*/ 9626833 w 10774074"/>
              <a:gd name="connsiteY8" fmla="*/ 2697680 h 3983209"/>
              <a:gd name="connsiteX9" fmla="*/ 10774074 w 10774074"/>
              <a:gd name="connsiteY9" fmla="*/ 2681055 h 3983209"/>
              <a:gd name="connsiteX0" fmla="*/ 1712162 w 10774074"/>
              <a:gd name="connsiteY0" fmla="*/ 4151775 h 4151775"/>
              <a:gd name="connsiteX1" fmla="*/ 1697181 w 10774074"/>
              <a:gd name="connsiteY1" fmla="*/ 624321 h 4151775"/>
              <a:gd name="connsiteX2" fmla="*/ 0 w 10774074"/>
              <a:gd name="connsiteY2" fmla="*/ 630815 h 4151775"/>
              <a:gd name="connsiteX3" fmla="*/ 14576 w 10774074"/>
              <a:gd name="connsiteY3" fmla="*/ 168566 h 4151775"/>
              <a:gd name="connsiteX4" fmla="*/ 1714037 w 10774074"/>
              <a:gd name="connsiteY4" fmla="*/ 0 h 4151775"/>
              <a:gd name="connsiteX5" fmla="*/ 5404918 w 10774074"/>
              <a:gd name="connsiteY5" fmla="*/ 2878714 h 4151775"/>
              <a:gd name="connsiteX6" fmla="*/ 5401974 w 10774074"/>
              <a:gd name="connsiteY6" fmla="*/ 3531351 h 4151775"/>
              <a:gd name="connsiteX7" fmla="*/ 9618605 w 10774074"/>
              <a:gd name="connsiteY7" fmla="*/ 3506325 h 4151775"/>
              <a:gd name="connsiteX8" fmla="*/ 9626833 w 10774074"/>
              <a:gd name="connsiteY8" fmla="*/ 2866246 h 4151775"/>
              <a:gd name="connsiteX9" fmla="*/ 10774074 w 10774074"/>
              <a:gd name="connsiteY9" fmla="*/ 2849621 h 4151775"/>
              <a:gd name="connsiteX0" fmla="*/ 1712162 w 10774074"/>
              <a:gd name="connsiteY0" fmla="*/ 4187997 h 4187997"/>
              <a:gd name="connsiteX1" fmla="*/ 1697181 w 10774074"/>
              <a:gd name="connsiteY1" fmla="*/ 660543 h 4187997"/>
              <a:gd name="connsiteX2" fmla="*/ 0 w 10774074"/>
              <a:gd name="connsiteY2" fmla="*/ 667037 h 4187997"/>
              <a:gd name="connsiteX3" fmla="*/ 14576 w 10774074"/>
              <a:gd name="connsiteY3" fmla="*/ 0 h 4187997"/>
              <a:gd name="connsiteX4" fmla="*/ 1714037 w 10774074"/>
              <a:gd name="connsiteY4" fmla="*/ 36222 h 4187997"/>
              <a:gd name="connsiteX5" fmla="*/ 5404918 w 10774074"/>
              <a:gd name="connsiteY5" fmla="*/ 2914936 h 4187997"/>
              <a:gd name="connsiteX6" fmla="*/ 5401974 w 10774074"/>
              <a:gd name="connsiteY6" fmla="*/ 3567573 h 4187997"/>
              <a:gd name="connsiteX7" fmla="*/ 9618605 w 10774074"/>
              <a:gd name="connsiteY7" fmla="*/ 3542547 h 4187997"/>
              <a:gd name="connsiteX8" fmla="*/ 9626833 w 10774074"/>
              <a:gd name="connsiteY8" fmla="*/ 2902468 h 4187997"/>
              <a:gd name="connsiteX9" fmla="*/ 10774074 w 10774074"/>
              <a:gd name="connsiteY9" fmla="*/ 2885843 h 4187997"/>
              <a:gd name="connsiteX0" fmla="*/ 1712162 w 10774074"/>
              <a:gd name="connsiteY0" fmla="*/ 4187997 h 4187997"/>
              <a:gd name="connsiteX1" fmla="*/ 1697181 w 10774074"/>
              <a:gd name="connsiteY1" fmla="*/ 660543 h 4187997"/>
              <a:gd name="connsiteX2" fmla="*/ 0 w 10774074"/>
              <a:gd name="connsiteY2" fmla="*/ 667037 h 4187997"/>
              <a:gd name="connsiteX3" fmla="*/ 14576 w 10774074"/>
              <a:gd name="connsiteY3" fmla="*/ 0 h 4187997"/>
              <a:gd name="connsiteX4" fmla="*/ 1952162 w 10774074"/>
              <a:gd name="connsiteY4" fmla="*/ 7647 h 4187997"/>
              <a:gd name="connsiteX5" fmla="*/ 5404918 w 10774074"/>
              <a:gd name="connsiteY5" fmla="*/ 2914936 h 4187997"/>
              <a:gd name="connsiteX6" fmla="*/ 5401974 w 10774074"/>
              <a:gd name="connsiteY6" fmla="*/ 3567573 h 4187997"/>
              <a:gd name="connsiteX7" fmla="*/ 9618605 w 10774074"/>
              <a:gd name="connsiteY7" fmla="*/ 3542547 h 4187997"/>
              <a:gd name="connsiteX8" fmla="*/ 9626833 w 10774074"/>
              <a:gd name="connsiteY8" fmla="*/ 2902468 h 4187997"/>
              <a:gd name="connsiteX9" fmla="*/ 10774074 w 10774074"/>
              <a:gd name="connsiteY9" fmla="*/ 2885843 h 4187997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5401974 w 10774074"/>
              <a:gd name="connsiteY6" fmla="*/ 5753275 h 6373699"/>
              <a:gd name="connsiteX7" fmla="*/ 9618605 w 10774074"/>
              <a:gd name="connsiteY7" fmla="*/ 5728249 h 6373699"/>
              <a:gd name="connsiteX8" fmla="*/ 9626833 w 10774074"/>
              <a:gd name="connsiteY8" fmla="*/ 5088170 h 6373699"/>
              <a:gd name="connsiteX9" fmla="*/ 10774074 w 10774074"/>
              <a:gd name="connsiteY9" fmla="*/ 5071545 h 6373699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9618605 w 10774074"/>
              <a:gd name="connsiteY6" fmla="*/ 5728249 h 6373699"/>
              <a:gd name="connsiteX7" fmla="*/ 9626833 w 10774074"/>
              <a:gd name="connsiteY7" fmla="*/ 5088170 h 6373699"/>
              <a:gd name="connsiteX8" fmla="*/ 10774074 w 10774074"/>
              <a:gd name="connsiteY8" fmla="*/ 5071545 h 6373699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9626833 w 10774074"/>
              <a:gd name="connsiteY6" fmla="*/ 5088170 h 6373699"/>
              <a:gd name="connsiteX7" fmla="*/ 10774074 w 10774074"/>
              <a:gd name="connsiteY7" fmla="*/ 5071545 h 6373699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10774074 w 10774074"/>
              <a:gd name="connsiteY6" fmla="*/ 5071545 h 6373699"/>
              <a:gd name="connsiteX0" fmla="*/ 1712162 w 1971156"/>
              <a:gd name="connsiteY0" fmla="*/ 6373699 h 6373699"/>
              <a:gd name="connsiteX1" fmla="*/ 1697181 w 1971156"/>
              <a:gd name="connsiteY1" fmla="*/ 2846245 h 6373699"/>
              <a:gd name="connsiteX2" fmla="*/ 0 w 1971156"/>
              <a:gd name="connsiteY2" fmla="*/ 2852739 h 6373699"/>
              <a:gd name="connsiteX3" fmla="*/ 14576 w 1971156"/>
              <a:gd name="connsiteY3" fmla="*/ 2185702 h 6373699"/>
              <a:gd name="connsiteX4" fmla="*/ 1952162 w 1971156"/>
              <a:gd name="connsiteY4" fmla="*/ 2193349 h 6373699"/>
              <a:gd name="connsiteX5" fmla="*/ 1971156 w 1971156"/>
              <a:gd name="connsiteY5" fmla="*/ 0 h 6373699"/>
              <a:gd name="connsiteX0" fmla="*/ 1712162 w 1971156"/>
              <a:gd name="connsiteY0" fmla="*/ 6373699 h 6373699"/>
              <a:gd name="connsiteX1" fmla="*/ 577993 w 1971156"/>
              <a:gd name="connsiteY1" fmla="*/ 5446570 h 6373699"/>
              <a:gd name="connsiteX2" fmla="*/ 0 w 1971156"/>
              <a:gd name="connsiteY2" fmla="*/ 2852739 h 6373699"/>
              <a:gd name="connsiteX3" fmla="*/ 14576 w 1971156"/>
              <a:gd name="connsiteY3" fmla="*/ 2185702 h 6373699"/>
              <a:gd name="connsiteX4" fmla="*/ 1952162 w 1971156"/>
              <a:gd name="connsiteY4" fmla="*/ 2193349 h 6373699"/>
              <a:gd name="connsiteX5" fmla="*/ 1971156 w 1971156"/>
              <a:gd name="connsiteY5" fmla="*/ 0 h 6373699"/>
              <a:gd name="connsiteX0" fmla="*/ 1712162 w 1971156"/>
              <a:gd name="connsiteY0" fmla="*/ 6373699 h 6373699"/>
              <a:gd name="connsiteX1" fmla="*/ 577993 w 1971156"/>
              <a:gd name="connsiteY1" fmla="*/ 5446570 h 6373699"/>
              <a:gd name="connsiteX2" fmla="*/ 0 w 1971156"/>
              <a:gd name="connsiteY2" fmla="*/ 2852739 h 6373699"/>
              <a:gd name="connsiteX3" fmla="*/ 14576 w 1971156"/>
              <a:gd name="connsiteY3" fmla="*/ 2185702 h 6373699"/>
              <a:gd name="connsiteX4" fmla="*/ 1952162 w 1971156"/>
              <a:gd name="connsiteY4" fmla="*/ 2193349 h 6373699"/>
              <a:gd name="connsiteX5" fmla="*/ 1971156 w 1971156"/>
              <a:gd name="connsiteY5" fmla="*/ 0 h 6373699"/>
              <a:gd name="connsiteX0" fmla="*/ 1712162 w 1971156"/>
              <a:gd name="connsiteY0" fmla="*/ 6373699 h 6373699"/>
              <a:gd name="connsiteX1" fmla="*/ 577993 w 1971156"/>
              <a:gd name="connsiteY1" fmla="*/ 5446570 h 6373699"/>
              <a:gd name="connsiteX2" fmla="*/ 0 w 1971156"/>
              <a:gd name="connsiteY2" fmla="*/ 2852739 h 6373699"/>
              <a:gd name="connsiteX3" fmla="*/ 14576 w 1971156"/>
              <a:gd name="connsiteY3" fmla="*/ 2185702 h 6373699"/>
              <a:gd name="connsiteX4" fmla="*/ 1952162 w 1971156"/>
              <a:gd name="connsiteY4" fmla="*/ 2193349 h 6373699"/>
              <a:gd name="connsiteX5" fmla="*/ 1971156 w 1971156"/>
              <a:gd name="connsiteY5" fmla="*/ 0 h 6373699"/>
              <a:gd name="connsiteX0" fmla="*/ 1697586 w 1956580"/>
              <a:gd name="connsiteY0" fmla="*/ 6373699 h 6373699"/>
              <a:gd name="connsiteX1" fmla="*/ 563417 w 1956580"/>
              <a:gd name="connsiteY1" fmla="*/ 5446570 h 6373699"/>
              <a:gd name="connsiteX2" fmla="*/ 566449 w 1956580"/>
              <a:gd name="connsiteY2" fmla="*/ 2876552 h 6373699"/>
              <a:gd name="connsiteX3" fmla="*/ 0 w 1956580"/>
              <a:gd name="connsiteY3" fmla="*/ 2185702 h 6373699"/>
              <a:gd name="connsiteX4" fmla="*/ 1937586 w 1956580"/>
              <a:gd name="connsiteY4" fmla="*/ 2193349 h 6373699"/>
              <a:gd name="connsiteX5" fmla="*/ 1956580 w 1956580"/>
              <a:gd name="connsiteY5" fmla="*/ 0 h 6373699"/>
              <a:gd name="connsiteX0" fmla="*/ 1697586 w 1956580"/>
              <a:gd name="connsiteY0" fmla="*/ 6387985 h 6387985"/>
              <a:gd name="connsiteX1" fmla="*/ 563417 w 1956580"/>
              <a:gd name="connsiteY1" fmla="*/ 5460856 h 6387985"/>
              <a:gd name="connsiteX2" fmla="*/ 566449 w 1956580"/>
              <a:gd name="connsiteY2" fmla="*/ 0 h 6387985"/>
              <a:gd name="connsiteX3" fmla="*/ 0 w 1956580"/>
              <a:gd name="connsiteY3" fmla="*/ 2199988 h 6387985"/>
              <a:gd name="connsiteX4" fmla="*/ 1937586 w 1956580"/>
              <a:gd name="connsiteY4" fmla="*/ 2207635 h 6387985"/>
              <a:gd name="connsiteX5" fmla="*/ 1956580 w 1956580"/>
              <a:gd name="connsiteY5" fmla="*/ 14286 h 6387985"/>
              <a:gd name="connsiteX0" fmla="*/ 1134169 w 1393163"/>
              <a:gd name="connsiteY0" fmla="*/ 6387985 h 6387985"/>
              <a:gd name="connsiteX1" fmla="*/ 0 w 1393163"/>
              <a:gd name="connsiteY1" fmla="*/ 5460856 h 6387985"/>
              <a:gd name="connsiteX2" fmla="*/ 3032 w 1393163"/>
              <a:gd name="connsiteY2" fmla="*/ 0 h 6387985"/>
              <a:gd name="connsiteX3" fmla="*/ 1374169 w 1393163"/>
              <a:gd name="connsiteY3" fmla="*/ 2207635 h 6387985"/>
              <a:gd name="connsiteX4" fmla="*/ 1393163 w 1393163"/>
              <a:gd name="connsiteY4" fmla="*/ 14286 h 6387985"/>
              <a:gd name="connsiteX0" fmla="*/ 1134169 w 1374169"/>
              <a:gd name="connsiteY0" fmla="*/ 6387985 h 6387985"/>
              <a:gd name="connsiteX1" fmla="*/ 0 w 1374169"/>
              <a:gd name="connsiteY1" fmla="*/ 5460856 h 6387985"/>
              <a:gd name="connsiteX2" fmla="*/ 3032 w 1374169"/>
              <a:gd name="connsiteY2" fmla="*/ 0 h 6387985"/>
              <a:gd name="connsiteX3" fmla="*/ 1374169 w 1374169"/>
              <a:gd name="connsiteY3" fmla="*/ 2207635 h 6387985"/>
              <a:gd name="connsiteX0" fmla="*/ 1134169 w 1134169"/>
              <a:gd name="connsiteY0" fmla="*/ 6387985 h 6387985"/>
              <a:gd name="connsiteX1" fmla="*/ 0 w 1134169"/>
              <a:gd name="connsiteY1" fmla="*/ 5460856 h 6387985"/>
              <a:gd name="connsiteX2" fmla="*/ 3032 w 1134169"/>
              <a:gd name="connsiteY2" fmla="*/ 0 h 638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4169" h="6387985">
                <a:moveTo>
                  <a:pt x="1134169" y="6387985"/>
                </a:moveTo>
                <a:cubicBezTo>
                  <a:pt x="357650" y="5712229"/>
                  <a:pt x="357419" y="5822286"/>
                  <a:pt x="0" y="5460856"/>
                </a:cubicBezTo>
                <a:cubicBezTo>
                  <a:pt x="1011" y="4604183"/>
                  <a:pt x="2021" y="856673"/>
                  <a:pt x="3032" y="0"/>
                </a:cubicBezTo>
              </a:path>
            </a:pathLst>
          </a:cu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05273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6621C1-0FB6-EDB9-DE67-13AA2EBD3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Level1_Screen2</a:t>
            </a: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2DABEA4C-3B5E-35E8-7201-8529E40C3357}"/>
              </a:ext>
            </a:extLst>
          </p:cNvPr>
          <p:cNvSpPr/>
          <p:nvPr/>
        </p:nvSpPr>
        <p:spPr>
          <a:xfrm>
            <a:off x="1546167" y="457200"/>
            <a:ext cx="10245437" cy="5789901"/>
          </a:xfrm>
          <a:custGeom>
            <a:avLst/>
            <a:gdLst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0678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9822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35200 w 10241280"/>
              <a:gd name="connsiteY3" fmla="*/ 446901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9106594 w 10241280"/>
              <a:gd name="connsiteY8" fmla="*/ 4788130 h 5370022"/>
              <a:gd name="connsiteX9" fmla="*/ 10241280 w 10241280"/>
              <a:gd name="connsiteY9" fmla="*/ 4796444 h 5370022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06594 w 10241280"/>
              <a:gd name="connsiteY8" fmla="*/ 4788130 h 5764875"/>
              <a:gd name="connsiteX9" fmla="*/ 10241280 w 10241280"/>
              <a:gd name="connsiteY9" fmla="*/ 4796444 h 5764875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31533 w 10241280"/>
              <a:gd name="connsiteY8" fmla="*/ 5124796 h 5764875"/>
              <a:gd name="connsiteX9" fmla="*/ 10241280 w 10241280"/>
              <a:gd name="connsiteY9" fmla="*/ 4796444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4110644 w 10245437"/>
              <a:gd name="connsiteY6" fmla="*/ 5370022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4585768 w 10245437"/>
              <a:gd name="connsiteY5" fmla="*/ 5132502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585768 w 10245437"/>
              <a:gd name="connsiteY5" fmla="*/ 5132502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852468 w 10245437"/>
              <a:gd name="connsiteY5" fmla="*/ 5137264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52468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34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07721 w 10245437"/>
              <a:gd name="connsiteY8" fmla="*/ 5100983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8196 w 10245437"/>
              <a:gd name="connsiteY8" fmla="*/ 5124796 h 5789901"/>
              <a:gd name="connsiteX9" fmla="*/ 10245437 w 10245437"/>
              <a:gd name="connsiteY9" fmla="*/ 5108171 h 5789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245437" h="5789901">
                <a:moveTo>
                  <a:pt x="1126375" y="0"/>
                </a:moveTo>
                <a:lnTo>
                  <a:pt x="20782" y="1916084"/>
                </a:lnTo>
                <a:lnTo>
                  <a:pt x="0" y="4451465"/>
                </a:lnTo>
                <a:lnTo>
                  <a:pt x="1133764" y="4460703"/>
                </a:lnTo>
                <a:lnTo>
                  <a:pt x="1142538" y="5130338"/>
                </a:lnTo>
                <a:lnTo>
                  <a:pt x="4876281" y="5137264"/>
                </a:lnTo>
                <a:cubicBezTo>
                  <a:pt x="4873712" y="5357985"/>
                  <a:pt x="4875906" y="5569180"/>
                  <a:pt x="4873337" y="5789901"/>
                </a:cubicBezTo>
                <a:lnTo>
                  <a:pt x="9089968" y="5764875"/>
                </a:lnTo>
                <a:lnTo>
                  <a:pt x="9098196" y="5124796"/>
                </a:lnTo>
                <a:lnTo>
                  <a:pt x="10245437" y="5108171"/>
                </a:lnTo>
              </a:path>
            </a:pathLst>
          </a:cu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9E822173-8CD0-F22D-B8A6-462E1ED137E1}"/>
              </a:ext>
            </a:extLst>
          </p:cNvPr>
          <p:cNvSpPr/>
          <p:nvPr/>
        </p:nvSpPr>
        <p:spPr>
          <a:xfrm>
            <a:off x="7271992" y="484390"/>
            <a:ext cx="4515456" cy="3157710"/>
          </a:xfrm>
          <a:custGeom>
            <a:avLst/>
            <a:gdLst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0678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9822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35200 w 10241280"/>
              <a:gd name="connsiteY3" fmla="*/ 446901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35200 w 10241280"/>
              <a:gd name="connsiteY3" fmla="*/ 446901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09066 w 10241280"/>
              <a:gd name="connsiteY7" fmla="*/ 4006734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4871258"/>
              <a:gd name="connsiteX1" fmla="*/ 20782 w 10241280"/>
              <a:gd name="connsiteY1" fmla="*/ 1916084 h 4871258"/>
              <a:gd name="connsiteX2" fmla="*/ 0 w 10241280"/>
              <a:gd name="connsiteY2" fmla="*/ 4451465 h 4871258"/>
              <a:gd name="connsiteX3" fmla="*/ 2235200 w 10241280"/>
              <a:gd name="connsiteY3" fmla="*/ 4469015 h 4871258"/>
              <a:gd name="connsiteX4" fmla="*/ 2281382 w 10241280"/>
              <a:gd name="connsiteY4" fmla="*/ 4868487 h 4871258"/>
              <a:gd name="connsiteX5" fmla="*/ 4127269 w 10241280"/>
              <a:gd name="connsiteY5" fmla="*/ 4871258 h 4871258"/>
              <a:gd name="connsiteX6" fmla="*/ 6587836 w 10241280"/>
              <a:gd name="connsiteY6" fmla="*/ 1662546 h 4871258"/>
              <a:gd name="connsiteX7" fmla="*/ 8109066 w 10241280"/>
              <a:gd name="connsiteY7" fmla="*/ 4006734 h 4871258"/>
              <a:gd name="connsiteX8" fmla="*/ 8129848 w 10241280"/>
              <a:gd name="connsiteY8" fmla="*/ 4792287 h 4871258"/>
              <a:gd name="connsiteX9" fmla="*/ 10241280 w 10241280"/>
              <a:gd name="connsiteY9" fmla="*/ 4796444 h 4871258"/>
              <a:gd name="connsiteX0" fmla="*/ 1126375 w 10241280"/>
              <a:gd name="connsiteY0" fmla="*/ 0 h 4868487"/>
              <a:gd name="connsiteX1" fmla="*/ 20782 w 10241280"/>
              <a:gd name="connsiteY1" fmla="*/ 1916084 h 4868487"/>
              <a:gd name="connsiteX2" fmla="*/ 0 w 10241280"/>
              <a:gd name="connsiteY2" fmla="*/ 4451465 h 4868487"/>
              <a:gd name="connsiteX3" fmla="*/ 2235200 w 10241280"/>
              <a:gd name="connsiteY3" fmla="*/ 4469015 h 4868487"/>
              <a:gd name="connsiteX4" fmla="*/ 2281382 w 10241280"/>
              <a:gd name="connsiteY4" fmla="*/ 4868487 h 4868487"/>
              <a:gd name="connsiteX5" fmla="*/ 6587836 w 10241280"/>
              <a:gd name="connsiteY5" fmla="*/ 1662546 h 4868487"/>
              <a:gd name="connsiteX6" fmla="*/ 8109066 w 10241280"/>
              <a:gd name="connsiteY6" fmla="*/ 4006734 h 4868487"/>
              <a:gd name="connsiteX7" fmla="*/ 8129848 w 10241280"/>
              <a:gd name="connsiteY7" fmla="*/ 4792287 h 4868487"/>
              <a:gd name="connsiteX8" fmla="*/ 10241280 w 10241280"/>
              <a:gd name="connsiteY8" fmla="*/ 4796444 h 4868487"/>
              <a:gd name="connsiteX0" fmla="*/ 1126375 w 10241280"/>
              <a:gd name="connsiteY0" fmla="*/ 0 h 4868487"/>
              <a:gd name="connsiteX1" fmla="*/ 20782 w 10241280"/>
              <a:gd name="connsiteY1" fmla="*/ 1916084 h 4868487"/>
              <a:gd name="connsiteX2" fmla="*/ 0 w 10241280"/>
              <a:gd name="connsiteY2" fmla="*/ 4451465 h 4868487"/>
              <a:gd name="connsiteX3" fmla="*/ 2281382 w 10241280"/>
              <a:gd name="connsiteY3" fmla="*/ 4868487 h 4868487"/>
              <a:gd name="connsiteX4" fmla="*/ 6587836 w 10241280"/>
              <a:gd name="connsiteY4" fmla="*/ 1662546 h 4868487"/>
              <a:gd name="connsiteX5" fmla="*/ 8109066 w 10241280"/>
              <a:gd name="connsiteY5" fmla="*/ 4006734 h 4868487"/>
              <a:gd name="connsiteX6" fmla="*/ 8129848 w 10241280"/>
              <a:gd name="connsiteY6" fmla="*/ 4792287 h 4868487"/>
              <a:gd name="connsiteX7" fmla="*/ 10241280 w 10241280"/>
              <a:gd name="connsiteY7" fmla="*/ 4796444 h 4868487"/>
              <a:gd name="connsiteX0" fmla="*/ 1126375 w 10241280"/>
              <a:gd name="connsiteY0" fmla="*/ 0 h 4796444"/>
              <a:gd name="connsiteX1" fmla="*/ 20782 w 10241280"/>
              <a:gd name="connsiteY1" fmla="*/ 1916084 h 4796444"/>
              <a:gd name="connsiteX2" fmla="*/ 0 w 10241280"/>
              <a:gd name="connsiteY2" fmla="*/ 4451465 h 4796444"/>
              <a:gd name="connsiteX3" fmla="*/ 6587836 w 10241280"/>
              <a:gd name="connsiteY3" fmla="*/ 1662546 h 4796444"/>
              <a:gd name="connsiteX4" fmla="*/ 8109066 w 10241280"/>
              <a:gd name="connsiteY4" fmla="*/ 4006734 h 4796444"/>
              <a:gd name="connsiteX5" fmla="*/ 8129848 w 10241280"/>
              <a:gd name="connsiteY5" fmla="*/ 4792287 h 4796444"/>
              <a:gd name="connsiteX6" fmla="*/ 10241280 w 10241280"/>
              <a:gd name="connsiteY6" fmla="*/ 4796444 h 4796444"/>
              <a:gd name="connsiteX0" fmla="*/ 1105593 w 10220498"/>
              <a:gd name="connsiteY0" fmla="*/ 0 h 4796444"/>
              <a:gd name="connsiteX1" fmla="*/ 0 w 10220498"/>
              <a:gd name="connsiteY1" fmla="*/ 1916084 h 4796444"/>
              <a:gd name="connsiteX2" fmla="*/ 6567054 w 10220498"/>
              <a:gd name="connsiteY2" fmla="*/ 1662546 h 4796444"/>
              <a:gd name="connsiteX3" fmla="*/ 8088284 w 10220498"/>
              <a:gd name="connsiteY3" fmla="*/ 4006734 h 4796444"/>
              <a:gd name="connsiteX4" fmla="*/ 8109066 w 10220498"/>
              <a:gd name="connsiteY4" fmla="*/ 4792287 h 4796444"/>
              <a:gd name="connsiteX5" fmla="*/ 10220498 w 10220498"/>
              <a:gd name="connsiteY5" fmla="*/ 4796444 h 4796444"/>
              <a:gd name="connsiteX0" fmla="*/ 0 w 9114905"/>
              <a:gd name="connsiteY0" fmla="*/ 0 h 4796444"/>
              <a:gd name="connsiteX1" fmla="*/ 5461461 w 9114905"/>
              <a:gd name="connsiteY1" fmla="*/ 1662546 h 4796444"/>
              <a:gd name="connsiteX2" fmla="*/ 6982691 w 9114905"/>
              <a:gd name="connsiteY2" fmla="*/ 4006734 h 4796444"/>
              <a:gd name="connsiteX3" fmla="*/ 7003473 w 9114905"/>
              <a:gd name="connsiteY3" fmla="*/ 4792287 h 4796444"/>
              <a:gd name="connsiteX4" fmla="*/ 9114905 w 9114905"/>
              <a:gd name="connsiteY4" fmla="*/ 4796444 h 4796444"/>
              <a:gd name="connsiteX0" fmla="*/ 0 w 3653444"/>
              <a:gd name="connsiteY0" fmla="*/ 0 h 3133898"/>
              <a:gd name="connsiteX1" fmla="*/ 1521230 w 3653444"/>
              <a:gd name="connsiteY1" fmla="*/ 2344188 h 3133898"/>
              <a:gd name="connsiteX2" fmla="*/ 1542012 w 3653444"/>
              <a:gd name="connsiteY2" fmla="*/ 3129741 h 3133898"/>
              <a:gd name="connsiteX3" fmla="*/ 3653444 w 3653444"/>
              <a:gd name="connsiteY3" fmla="*/ 3133898 h 3133898"/>
              <a:gd name="connsiteX0" fmla="*/ 0 w 4515456"/>
              <a:gd name="connsiteY0" fmla="*/ 0 h 3105323"/>
              <a:gd name="connsiteX1" fmla="*/ 2383242 w 4515456"/>
              <a:gd name="connsiteY1" fmla="*/ 2315613 h 3105323"/>
              <a:gd name="connsiteX2" fmla="*/ 2404024 w 4515456"/>
              <a:gd name="connsiteY2" fmla="*/ 3101166 h 3105323"/>
              <a:gd name="connsiteX3" fmla="*/ 4515456 w 4515456"/>
              <a:gd name="connsiteY3" fmla="*/ 3105323 h 3105323"/>
              <a:gd name="connsiteX0" fmla="*/ 0 w 4515456"/>
              <a:gd name="connsiteY0" fmla="*/ 0 h 3148791"/>
              <a:gd name="connsiteX1" fmla="*/ 2383242 w 4515456"/>
              <a:gd name="connsiteY1" fmla="*/ 2315613 h 3148791"/>
              <a:gd name="connsiteX2" fmla="*/ 2218287 w 4515456"/>
              <a:gd name="connsiteY2" fmla="*/ 3148791 h 3148791"/>
              <a:gd name="connsiteX3" fmla="*/ 4515456 w 4515456"/>
              <a:gd name="connsiteY3" fmla="*/ 3105323 h 3148791"/>
              <a:gd name="connsiteX0" fmla="*/ 0 w 4515456"/>
              <a:gd name="connsiteY0" fmla="*/ 0 h 3157710"/>
              <a:gd name="connsiteX1" fmla="*/ 2383242 w 4515456"/>
              <a:gd name="connsiteY1" fmla="*/ 2315613 h 3157710"/>
              <a:gd name="connsiteX2" fmla="*/ 2218287 w 4515456"/>
              <a:gd name="connsiteY2" fmla="*/ 3148791 h 3157710"/>
              <a:gd name="connsiteX3" fmla="*/ 4515456 w 4515456"/>
              <a:gd name="connsiteY3" fmla="*/ 3157710 h 3157710"/>
              <a:gd name="connsiteX0" fmla="*/ 0 w 4515456"/>
              <a:gd name="connsiteY0" fmla="*/ 0 h 3157710"/>
              <a:gd name="connsiteX1" fmla="*/ 2230842 w 4515456"/>
              <a:gd name="connsiteY1" fmla="*/ 1915563 h 3157710"/>
              <a:gd name="connsiteX2" fmla="*/ 2218287 w 4515456"/>
              <a:gd name="connsiteY2" fmla="*/ 3148791 h 3157710"/>
              <a:gd name="connsiteX3" fmla="*/ 4515456 w 4515456"/>
              <a:gd name="connsiteY3" fmla="*/ 3157710 h 3157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15456" h="3157710">
                <a:moveTo>
                  <a:pt x="0" y="0"/>
                </a:moveTo>
                <a:lnTo>
                  <a:pt x="2230842" y="1915563"/>
                </a:lnTo>
                <a:lnTo>
                  <a:pt x="2218287" y="3148791"/>
                </a:lnTo>
                <a:lnTo>
                  <a:pt x="4515456" y="3157710"/>
                </a:lnTo>
              </a:path>
            </a:pathLst>
          </a:cu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342BDA-B8F5-8FB8-FFCB-597047163EA1}"/>
              </a:ext>
            </a:extLst>
          </p:cNvPr>
          <p:cNvSpPr/>
          <p:nvPr/>
        </p:nvSpPr>
        <p:spPr>
          <a:xfrm>
            <a:off x="3476712" y="4081462"/>
            <a:ext cx="1104814" cy="310255"/>
          </a:xfrm>
          <a:prstGeom prst="rect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C0F441-ED53-11B2-98BF-0A35D6B5C652}"/>
              </a:ext>
            </a:extLst>
          </p:cNvPr>
          <p:cNvSpPr/>
          <p:nvPr/>
        </p:nvSpPr>
        <p:spPr>
          <a:xfrm>
            <a:off x="5543593" y="2705100"/>
            <a:ext cx="1104814" cy="310255"/>
          </a:xfrm>
          <a:prstGeom prst="rect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FADACFA1-2BAA-DB2E-9E17-67246081BD38}"/>
              </a:ext>
            </a:extLst>
          </p:cNvPr>
          <p:cNvCxnSpPr>
            <a:cxnSpLocks/>
          </p:cNvCxnSpPr>
          <p:nvPr/>
        </p:nvCxnSpPr>
        <p:spPr>
          <a:xfrm>
            <a:off x="11225213" y="3509963"/>
            <a:ext cx="0" cy="214788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98544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090343-ED19-64CB-E8A5-80B2351D0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Level1_Screen3</a:t>
            </a:r>
            <a:endParaRPr lang="fr-FR" dirty="0"/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FB32F077-03D9-AFC4-187C-5C49964115C0}"/>
              </a:ext>
            </a:extLst>
          </p:cNvPr>
          <p:cNvSpPr/>
          <p:nvPr/>
        </p:nvSpPr>
        <p:spPr>
          <a:xfrm>
            <a:off x="381780" y="5562945"/>
            <a:ext cx="11409824" cy="883719"/>
          </a:xfrm>
          <a:custGeom>
            <a:avLst/>
            <a:gdLst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0678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9822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35200 w 10241280"/>
              <a:gd name="connsiteY3" fmla="*/ 446901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9106594 w 10241280"/>
              <a:gd name="connsiteY8" fmla="*/ 4788130 h 5370022"/>
              <a:gd name="connsiteX9" fmla="*/ 10241280 w 10241280"/>
              <a:gd name="connsiteY9" fmla="*/ 4796444 h 5370022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06594 w 10241280"/>
              <a:gd name="connsiteY8" fmla="*/ 4788130 h 5764875"/>
              <a:gd name="connsiteX9" fmla="*/ 10241280 w 10241280"/>
              <a:gd name="connsiteY9" fmla="*/ 4796444 h 5764875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31533 w 10241280"/>
              <a:gd name="connsiteY8" fmla="*/ 5124796 h 5764875"/>
              <a:gd name="connsiteX9" fmla="*/ 10241280 w 10241280"/>
              <a:gd name="connsiteY9" fmla="*/ 4796444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4110644 w 10245437"/>
              <a:gd name="connsiteY6" fmla="*/ 5370022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4585768 w 10245437"/>
              <a:gd name="connsiteY5" fmla="*/ 5132502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585768 w 10245437"/>
              <a:gd name="connsiteY5" fmla="*/ 5132502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852468 w 10245437"/>
              <a:gd name="connsiteY5" fmla="*/ 5137264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52468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34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07721 w 10245437"/>
              <a:gd name="connsiteY8" fmla="*/ 5100983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8196 w 10245437"/>
              <a:gd name="connsiteY8" fmla="*/ 5124796 h 5789901"/>
              <a:gd name="connsiteX9" fmla="*/ 10245437 w 10245437"/>
              <a:gd name="connsiteY9" fmla="*/ 5108171 h 5789901"/>
              <a:gd name="connsiteX0" fmla="*/ 0 w 11343149"/>
              <a:gd name="connsiteY0" fmla="*/ 3841779 h 3873817"/>
              <a:gd name="connsiteX1" fmla="*/ 1118494 w 11343149"/>
              <a:gd name="connsiteY1" fmla="*/ 0 h 3873817"/>
              <a:gd name="connsiteX2" fmla="*/ 1097712 w 11343149"/>
              <a:gd name="connsiteY2" fmla="*/ 2535381 h 3873817"/>
              <a:gd name="connsiteX3" fmla="*/ 2231476 w 11343149"/>
              <a:gd name="connsiteY3" fmla="*/ 2544619 h 3873817"/>
              <a:gd name="connsiteX4" fmla="*/ 2240250 w 11343149"/>
              <a:gd name="connsiteY4" fmla="*/ 3214254 h 3873817"/>
              <a:gd name="connsiteX5" fmla="*/ 5973993 w 11343149"/>
              <a:gd name="connsiteY5" fmla="*/ 3221180 h 3873817"/>
              <a:gd name="connsiteX6" fmla="*/ 5971049 w 11343149"/>
              <a:gd name="connsiteY6" fmla="*/ 3873817 h 3873817"/>
              <a:gd name="connsiteX7" fmla="*/ 10187680 w 11343149"/>
              <a:gd name="connsiteY7" fmla="*/ 3848791 h 3873817"/>
              <a:gd name="connsiteX8" fmla="*/ 10195908 w 11343149"/>
              <a:gd name="connsiteY8" fmla="*/ 3208712 h 3873817"/>
              <a:gd name="connsiteX9" fmla="*/ 11343149 w 11343149"/>
              <a:gd name="connsiteY9" fmla="*/ 3192087 h 3873817"/>
              <a:gd name="connsiteX0" fmla="*/ 0 w 11343149"/>
              <a:gd name="connsiteY0" fmla="*/ 1306398 h 1338436"/>
              <a:gd name="connsiteX1" fmla="*/ 1713807 w 11343149"/>
              <a:gd name="connsiteY1" fmla="*/ 1322244 h 1338436"/>
              <a:gd name="connsiteX2" fmla="*/ 1097712 w 11343149"/>
              <a:gd name="connsiteY2" fmla="*/ 0 h 1338436"/>
              <a:gd name="connsiteX3" fmla="*/ 2231476 w 11343149"/>
              <a:gd name="connsiteY3" fmla="*/ 9238 h 1338436"/>
              <a:gd name="connsiteX4" fmla="*/ 2240250 w 11343149"/>
              <a:gd name="connsiteY4" fmla="*/ 678873 h 1338436"/>
              <a:gd name="connsiteX5" fmla="*/ 5973993 w 11343149"/>
              <a:gd name="connsiteY5" fmla="*/ 685799 h 1338436"/>
              <a:gd name="connsiteX6" fmla="*/ 5971049 w 11343149"/>
              <a:gd name="connsiteY6" fmla="*/ 1338436 h 1338436"/>
              <a:gd name="connsiteX7" fmla="*/ 10187680 w 11343149"/>
              <a:gd name="connsiteY7" fmla="*/ 1313410 h 1338436"/>
              <a:gd name="connsiteX8" fmla="*/ 10195908 w 11343149"/>
              <a:gd name="connsiteY8" fmla="*/ 673331 h 1338436"/>
              <a:gd name="connsiteX9" fmla="*/ 11343149 w 11343149"/>
              <a:gd name="connsiteY9" fmla="*/ 656706 h 1338436"/>
              <a:gd name="connsiteX0" fmla="*/ 0 w 11343149"/>
              <a:gd name="connsiteY0" fmla="*/ 1297160 h 1648112"/>
              <a:gd name="connsiteX1" fmla="*/ 1713807 w 11343149"/>
              <a:gd name="connsiteY1" fmla="*/ 1313006 h 1648112"/>
              <a:gd name="connsiteX2" fmla="*/ 1693025 w 11343149"/>
              <a:gd name="connsiteY2" fmla="*/ 1648112 h 1648112"/>
              <a:gd name="connsiteX3" fmla="*/ 2231476 w 11343149"/>
              <a:gd name="connsiteY3" fmla="*/ 0 h 1648112"/>
              <a:gd name="connsiteX4" fmla="*/ 2240250 w 11343149"/>
              <a:gd name="connsiteY4" fmla="*/ 669635 h 1648112"/>
              <a:gd name="connsiteX5" fmla="*/ 5973993 w 11343149"/>
              <a:gd name="connsiteY5" fmla="*/ 676561 h 1648112"/>
              <a:gd name="connsiteX6" fmla="*/ 5971049 w 11343149"/>
              <a:gd name="connsiteY6" fmla="*/ 1329198 h 1648112"/>
              <a:gd name="connsiteX7" fmla="*/ 10187680 w 11343149"/>
              <a:gd name="connsiteY7" fmla="*/ 1304172 h 1648112"/>
              <a:gd name="connsiteX8" fmla="*/ 10195908 w 11343149"/>
              <a:gd name="connsiteY8" fmla="*/ 664093 h 1648112"/>
              <a:gd name="connsiteX9" fmla="*/ 11343149 w 11343149"/>
              <a:gd name="connsiteY9" fmla="*/ 647468 h 1648112"/>
              <a:gd name="connsiteX0" fmla="*/ 0 w 11343149"/>
              <a:gd name="connsiteY0" fmla="*/ 649692 h 1000644"/>
              <a:gd name="connsiteX1" fmla="*/ 1713807 w 11343149"/>
              <a:gd name="connsiteY1" fmla="*/ 665538 h 1000644"/>
              <a:gd name="connsiteX2" fmla="*/ 1693025 w 11343149"/>
              <a:gd name="connsiteY2" fmla="*/ 1000644 h 1000644"/>
              <a:gd name="connsiteX3" fmla="*/ 5160414 w 11343149"/>
              <a:gd name="connsiteY3" fmla="*/ 986069 h 1000644"/>
              <a:gd name="connsiteX4" fmla="*/ 2240250 w 11343149"/>
              <a:gd name="connsiteY4" fmla="*/ 22167 h 1000644"/>
              <a:gd name="connsiteX5" fmla="*/ 5973993 w 11343149"/>
              <a:gd name="connsiteY5" fmla="*/ 29093 h 1000644"/>
              <a:gd name="connsiteX6" fmla="*/ 5971049 w 11343149"/>
              <a:gd name="connsiteY6" fmla="*/ 681730 h 1000644"/>
              <a:gd name="connsiteX7" fmla="*/ 10187680 w 11343149"/>
              <a:gd name="connsiteY7" fmla="*/ 656704 h 1000644"/>
              <a:gd name="connsiteX8" fmla="*/ 10195908 w 11343149"/>
              <a:gd name="connsiteY8" fmla="*/ 16625 h 1000644"/>
              <a:gd name="connsiteX9" fmla="*/ 11343149 w 11343149"/>
              <a:gd name="connsiteY9" fmla="*/ 0 h 1000644"/>
              <a:gd name="connsiteX0" fmla="*/ 0 w 11343149"/>
              <a:gd name="connsiteY0" fmla="*/ 649692 h 1000644"/>
              <a:gd name="connsiteX1" fmla="*/ 1713807 w 11343149"/>
              <a:gd name="connsiteY1" fmla="*/ 665538 h 1000644"/>
              <a:gd name="connsiteX2" fmla="*/ 1693025 w 11343149"/>
              <a:gd name="connsiteY2" fmla="*/ 1000644 h 1000644"/>
              <a:gd name="connsiteX3" fmla="*/ 5160414 w 11343149"/>
              <a:gd name="connsiteY3" fmla="*/ 986069 h 1000644"/>
              <a:gd name="connsiteX4" fmla="*/ 5116800 w 11343149"/>
              <a:gd name="connsiteY4" fmla="*/ 298392 h 1000644"/>
              <a:gd name="connsiteX5" fmla="*/ 5973993 w 11343149"/>
              <a:gd name="connsiteY5" fmla="*/ 29093 h 1000644"/>
              <a:gd name="connsiteX6" fmla="*/ 5971049 w 11343149"/>
              <a:gd name="connsiteY6" fmla="*/ 681730 h 1000644"/>
              <a:gd name="connsiteX7" fmla="*/ 10187680 w 11343149"/>
              <a:gd name="connsiteY7" fmla="*/ 656704 h 1000644"/>
              <a:gd name="connsiteX8" fmla="*/ 10195908 w 11343149"/>
              <a:gd name="connsiteY8" fmla="*/ 16625 h 1000644"/>
              <a:gd name="connsiteX9" fmla="*/ 11343149 w 11343149"/>
              <a:gd name="connsiteY9" fmla="*/ 0 h 1000644"/>
              <a:gd name="connsiteX0" fmla="*/ 0 w 11343149"/>
              <a:gd name="connsiteY0" fmla="*/ 649692 h 1000644"/>
              <a:gd name="connsiteX1" fmla="*/ 1713807 w 11343149"/>
              <a:gd name="connsiteY1" fmla="*/ 665538 h 1000644"/>
              <a:gd name="connsiteX2" fmla="*/ 1693025 w 11343149"/>
              <a:gd name="connsiteY2" fmla="*/ 1000644 h 1000644"/>
              <a:gd name="connsiteX3" fmla="*/ 5103264 w 11343149"/>
              <a:gd name="connsiteY3" fmla="*/ 986069 h 1000644"/>
              <a:gd name="connsiteX4" fmla="*/ 5116800 w 11343149"/>
              <a:gd name="connsiteY4" fmla="*/ 298392 h 1000644"/>
              <a:gd name="connsiteX5" fmla="*/ 5973993 w 11343149"/>
              <a:gd name="connsiteY5" fmla="*/ 29093 h 1000644"/>
              <a:gd name="connsiteX6" fmla="*/ 5971049 w 11343149"/>
              <a:gd name="connsiteY6" fmla="*/ 681730 h 1000644"/>
              <a:gd name="connsiteX7" fmla="*/ 10187680 w 11343149"/>
              <a:gd name="connsiteY7" fmla="*/ 656704 h 1000644"/>
              <a:gd name="connsiteX8" fmla="*/ 10195908 w 11343149"/>
              <a:gd name="connsiteY8" fmla="*/ 16625 h 1000644"/>
              <a:gd name="connsiteX9" fmla="*/ 11343149 w 11343149"/>
              <a:gd name="connsiteY9" fmla="*/ 0 h 1000644"/>
              <a:gd name="connsiteX0" fmla="*/ 0 w 11409824"/>
              <a:gd name="connsiteY0" fmla="*/ 444904 h 1000644"/>
              <a:gd name="connsiteX1" fmla="*/ 1780482 w 11409824"/>
              <a:gd name="connsiteY1" fmla="*/ 665538 h 1000644"/>
              <a:gd name="connsiteX2" fmla="*/ 1759700 w 11409824"/>
              <a:gd name="connsiteY2" fmla="*/ 1000644 h 1000644"/>
              <a:gd name="connsiteX3" fmla="*/ 5169939 w 11409824"/>
              <a:gd name="connsiteY3" fmla="*/ 986069 h 1000644"/>
              <a:gd name="connsiteX4" fmla="*/ 5183475 w 11409824"/>
              <a:gd name="connsiteY4" fmla="*/ 298392 h 1000644"/>
              <a:gd name="connsiteX5" fmla="*/ 6040668 w 11409824"/>
              <a:gd name="connsiteY5" fmla="*/ 29093 h 1000644"/>
              <a:gd name="connsiteX6" fmla="*/ 6037724 w 11409824"/>
              <a:gd name="connsiteY6" fmla="*/ 681730 h 1000644"/>
              <a:gd name="connsiteX7" fmla="*/ 10254355 w 11409824"/>
              <a:gd name="connsiteY7" fmla="*/ 656704 h 1000644"/>
              <a:gd name="connsiteX8" fmla="*/ 10262583 w 11409824"/>
              <a:gd name="connsiteY8" fmla="*/ 16625 h 1000644"/>
              <a:gd name="connsiteX9" fmla="*/ 11409824 w 11409824"/>
              <a:gd name="connsiteY9" fmla="*/ 0 h 1000644"/>
              <a:gd name="connsiteX0" fmla="*/ 0 w 11409824"/>
              <a:gd name="connsiteY0" fmla="*/ 444904 h 1000644"/>
              <a:gd name="connsiteX1" fmla="*/ 1566169 w 11409824"/>
              <a:gd name="connsiteY1" fmla="*/ 446463 h 1000644"/>
              <a:gd name="connsiteX2" fmla="*/ 1759700 w 11409824"/>
              <a:gd name="connsiteY2" fmla="*/ 1000644 h 1000644"/>
              <a:gd name="connsiteX3" fmla="*/ 5169939 w 11409824"/>
              <a:gd name="connsiteY3" fmla="*/ 986069 h 1000644"/>
              <a:gd name="connsiteX4" fmla="*/ 5183475 w 11409824"/>
              <a:gd name="connsiteY4" fmla="*/ 298392 h 1000644"/>
              <a:gd name="connsiteX5" fmla="*/ 6040668 w 11409824"/>
              <a:gd name="connsiteY5" fmla="*/ 29093 h 1000644"/>
              <a:gd name="connsiteX6" fmla="*/ 6037724 w 11409824"/>
              <a:gd name="connsiteY6" fmla="*/ 681730 h 1000644"/>
              <a:gd name="connsiteX7" fmla="*/ 10254355 w 11409824"/>
              <a:gd name="connsiteY7" fmla="*/ 656704 h 1000644"/>
              <a:gd name="connsiteX8" fmla="*/ 10262583 w 11409824"/>
              <a:gd name="connsiteY8" fmla="*/ 16625 h 1000644"/>
              <a:gd name="connsiteX9" fmla="*/ 11409824 w 11409824"/>
              <a:gd name="connsiteY9" fmla="*/ 0 h 1000644"/>
              <a:gd name="connsiteX0" fmla="*/ 0 w 11409824"/>
              <a:gd name="connsiteY0" fmla="*/ 444904 h 986069"/>
              <a:gd name="connsiteX1" fmla="*/ 1566169 w 11409824"/>
              <a:gd name="connsiteY1" fmla="*/ 446463 h 986069"/>
              <a:gd name="connsiteX2" fmla="*/ 1554913 w 11409824"/>
              <a:gd name="connsiteY2" fmla="*/ 862531 h 986069"/>
              <a:gd name="connsiteX3" fmla="*/ 5169939 w 11409824"/>
              <a:gd name="connsiteY3" fmla="*/ 986069 h 986069"/>
              <a:gd name="connsiteX4" fmla="*/ 5183475 w 11409824"/>
              <a:gd name="connsiteY4" fmla="*/ 298392 h 986069"/>
              <a:gd name="connsiteX5" fmla="*/ 6040668 w 11409824"/>
              <a:gd name="connsiteY5" fmla="*/ 29093 h 986069"/>
              <a:gd name="connsiteX6" fmla="*/ 6037724 w 11409824"/>
              <a:gd name="connsiteY6" fmla="*/ 681730 h 986069"/>
              <a:gd name="connsiteX7" fmla="*/ 10254355 w 11409824"/>
              <a:gd name="connsiteY7" fmla="*/ 656704 h 986069"/>
              <a:gd name="connsiteX8" fmla="*/ 10262583 w 11409824"/>
              <a:gd name="connsiteY8" fmla="*/ 16625 h 986069"/>
              <a:gd name="connsiteX9" fmla="*/ 11409824 w 11409824"/>
              <a:gd name="connsiteY9" fmla="*/ 0 h 986069"/>
              <a:gd name="connsiteX0" fmla="*/ 0 w 11409824"/>
              <a:gd name="connsiteY0" fmla="*/ 444904 h 881294"/>
              <a:gd name="connsiteX1" fmla="*/ 1566169 w 11409824"/>
              <a:gd name="connsiteY1" fmla="*/ 446463 h 881294"/>
              <a:gd name="connsiteX2" fmla="*/ 1554913 w 11409824"/>
              <a:gd name="connsiteY2" fmla="*/ 862531 h 881294"/>
              <a:gd name="connsiteX3" fmla="*/ 5331864 w 11409824"/>
              <a:gd name="connsiteY3" fmla="*/ 881294 h 881294"/>
              <a:gd name="connsiteX4" fmla="*/ 5183475 w 11409824"/>
              <a:gd name="connsiteY4" fmla="*/ 298392 h 881294"/>
              <a:gd name="connsiteX5" fmla="*/ 6040668 w 11409824"/>
              <a:gd name="connsiteY5" fmla="*/ 29093 h 881294"/>
              <a:gd name="connsiteX6" fmla="*/ 6037724 w 11409824"/>
              <a:gd name="connsiteY6" fmla="*/ 681730 h 881294"/>
              <a:gd name="connsiteX7" fmla="*/ 10254355 w 11409824"/>
              <a:gd name="connsiteY7" fmla="*/ 656704 h 881294"/>
              <a:gd name="connsiteX8" fmla="*/ 10262583 w 11409824"/>
              <a:gd name="connsiteY8" fmla="*/ 16625 h 881294"/>
              <a:gd name="connsiteX9" fmla="*/ 11409824 w 11409824"/>
              <a:gd name="connsiteY9" fmla="*/ 0 h 881294"/>
              <a:gd name="connsiteX0" fmla="*/ 0 w 11409824"/>
              <a:gd name="connsiteY0" fmla="*/ 444904 h 881294"/>
              <a:gd name="connsiteX1" fmla="*/ 1566169 w 11409824"/>
              <a:gd name="connsiteY1" fmla="*/ 446463 h 881294"/>
              <a:gd name="connsiteX2" fmla="*/ 1554913 w 11409824"/>
              <a:gd name="connsiteY2" fmla="*/ 862531 h 881294"/>
              <a:gd name="connsiteX3" fmla="*/ 5331864 w 11409824"/>
              <a:gd name="connsiteY3" fmla="*/ 881294 h 881294"/>
              <a:gd name="connsiteX4" fmla="*/ 5354925 w 11409824"/>
              <a:gd name="connsiteY4" fmla="*/ 207904 h 881294"/>
              <a:gd name="connsiteX5" fmla="*/ 6040668 w 11409824"/>
              <a:gd name="connsiteY5" fmla="*/ 29093 h 881294"/>
              <a:gd name="connsiteX6" fmla="*/ 6037724 w 11409824"/>
              <a:gd name="connsiteY6" fmla="*/ 681730 h 881294"/>
              <a:gd name="connsiteX7" fmla="*/ 10254355 w 11409824"/>
              <a:gd name="connsiteY7" fmla="*/ 656704 h 881294"/>
              <a:gd name="connsiteX8" fmla="*/ 10262583 w 11409824"/>
              <a:gd name="connsiteY8" fmla="*/ 16625 h 881294"/>
              <a:gd name="connsiteX9" fmla="*/ 11409824 w 11409824"/>
              <a:gd name="connsiteY9" fmla="*/ 0 h 881294"/>
              <a:gd name="connsiteX0" fmla="*/ 0 w 11409824"/>
              <a:gd name="connsiteY0" fmla="*/ 444904 h 881294"/>
              <a:gd name="connsiteX1" fmla="*/ 1566169 w 11409824"/>
              <a:gd name="connsiteY1" fmla="*/ 446463 h 881294"/>
              <a:gd name="connsiteX2" fmla="*/ 1554913 w 11409824"/>
              <a:gd name="connsiteY2" fmla="*/ 862531 h 881294"/>
              <a:gd name="connsiteX3" fmla="*/ 5331864 w 11409824"/>
              <a:gd name="connsiteY3" fmla="*/ 881294 h 881294"/>
              <a:gd name="connsiteX4" fmla="*/ 5354925 w 11409824"/>
              <a:gd name="connsiteY4" fmla="*/ 207904 h 881294"/>
              <a:gd name="connsiteX5" fmla="*/ 6831243 w 11409824"/>
              <a:gd name="connsiteY5" fmla="*/ 214831 h 881294"/>
              <a:gd name="connsiteX6" fmla="*/ 6037724 w 11409824"/>
              <a:gd name="connsiteY6" fmla="*/ 681730 h 881294"/>
              <a:gd name="connsiteX7" fmla="*/ 10254355 w 11409824"/>
              <a:gd name="connsiteY7" fmla="*/ 656704 h 881294"/>
              <a:gd name="connsiteX8" fmla="*/ 10262583 w 11409824"/>
              <a:gd name="connsiteY8" fmla="*/ 16625 h 881294"/>
              <a:gd name="connsiteX9" fmla="*/ 11409824 w 11409824"/>
              <a:gd name="connsiteY9" fmla="*/ 0 h 881294"/>
              <a:gd name="connsiteX0" fmla="*/ 0 w 11409824"/>
              <a:gd name="connsiteY0" fmla="*/ 444904 h 881294"/>
              <a:gd name="connsiteX1" fmla="*/ 1566169 w 11409824"/>
              <a:gd name="connsiteY1" fmla="*/ 446463 h 881294"/>
              <a:gd name="connsiteX2" fmla="*/ 1554913 w 11409824"/>
              <a:gd name="connsiteY2" fmla="*/ 862531 h 881294"/>
              <a:gd name="connsiteX3" fmla="*/ 5331864 w 11409824"/>
              <a:gd name="connsiteY3" fmla="*/ 881294 h 881294"/>
              <a:gd name="connsiteX4" fmla="*/ 5354925 w 11409824"/>
              <a:gd name="connsiteY4" fmla="*/ 207904 h 881294"/>
              <a:gd name="connsiteX5" fmla="*/ 6831243 w 11409824"/>
              <a:gd name="connsiteY5" fmla="*/ 214831 h 881294"/>
              <a:gd name="connsiteX6" fmla="*/ 6833061 w 11409824"/>
              <a:gd name="connsiteY6" fmla="*/ 872230 h 881294"/>
              <a:gd name="connsiteX7" fmla="*/ 10254355 w 11409824"/>
              <a:gd name="connsiteY7" fmla="*/ 656704 h 881294"/>
              <a:gd name="connsiteX8" fmla="*/ 10262583 w 11409824"/>
              <a:gd name="connsiteY8" fmla="*/ 16625 h 881294"/>
              <a:gd name="connsiteX9" fmla="*/ 11409824 w 11409824"/>
              <a:gd name="connsiteY9" fmla="*/ 0 h 881294"/>
              <a:gd name="connsiteX0" fmla="*/ 0 w 11409824"/>
              <a:gd name="connsiteY0" fmla="*/ 444904 h 881294"/>
              <a:gd name="connsiteX1" fmla="*/ 1566169 w 11409824"/>
              <a:gd name="connsiteY1" fmla="*/ 446463 h 881294"/>
              <a:gd name="connsiteX2" fmla="*/ 1554913 w 11409824"/>
              <a:gd name="connsiteY2" fmla="*/ 862531 h 881294"/>
              <a:gd name="connsiteX3" fmla="*/ 5331864 w 11409824"/>
              <a:gd name="connsiteY3" fmla="*/ 881294 h 881294"/>
              <a:gd name="connsiteX4" fmla="*/ 5354925 w 11409824"/>
              <a:gd name="connsiteY4" fmla="*/ 207904 h 881294"/>
              <a:gd name="connsiteX5" fmla="*/ 6831243 w 11409824"/>
              <a:gd name="connsiteY5" fmla="*/ 214831 h 881294"/>
              <a:gd name="connsiteX6" fmla="*/ 6833061 w 11409824"/>
              <a:gd name="connsiteY6" fmla="*/ 872230 h 881294"/>
              <a:gd name="connsiteX7" fmla="*/ 10630593 w 11409824"/>
              <a:gd name="connsiteY7" fmla="*/ 442391 h 881294"/>
              <a:gd name="connsiteX8" fmla="*/ 10262583 w 11409824"/>
              <a:gd name="connsiteY8" fmla="*/ 16625 h 881294"/>
              <a:gd name="connsiteX9" fmla="*/ 11409824 w 11409824"/>
              <a:gd name="connsiteY9" fmla="*/ 0 h 881294"/>
              <a:gd name="connsiteX0" fmla="*/ 0 w 11409824"/>
              <a:gd name="connsiteY0" fmla="*/ 447329 h 883719"/>
              <a:gd name="connsiteX1" fmla="*/ 1566169 w 11409824"/>
              <a:gd name="connsiteY1" fmla="*/ 448888 h 883719"/>
              <a:gd name="connsiteX2" fmla="*/ 1554913 w 11409824"/>
              <a:gd name="connsiteY2" fmla="*/ 864956 h 883719"/>
              <a:gd name="connsiteX3" fmla="*/ 5331864 w 11409824"/>
              <a:gd name="connsiteY3" fmla="*/ 883719 h 883719"/>
              <a:gd name="connsiteX4" fmla="*/ 5354925 w 11409824"/>
              <a:gd name="connsiteY4" fmla="*/ 210329 h 883719"/>
              <a:gd name="connsiteX5" fmla="*/ 6831243 w 11409824"/>
              <a:gd name="connsiteY5" fmla="*/ 217256 h 883719"/>
              <a:gd name="connsiteX6" fmla="*/ 6833061 w 11409824"/>
              <a:gd name="connsiteY6" fmla="*/ 874655 h 883719"/>
              <a:gd name="connsiteX7" fmla="*/ 10630593 w 11409824"/>
              <a:gd name="connsiteY7" fmla="*/ 444816 h 883719"/>
              <a:gd name="connsiteX8" fmla="*/ 10634058 w 11409824"/>
              <a:gd name="connsiteY8" fmla="*/ 0 h 883719"/>
              <a:gd name="connsiteX9" fmla="*/ 11409824 w 11409824"/>
              <a:gd name="connsiteY9" fmla="*/ 2425 h 883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09824" h="883719">
                <a:moveTo>
                  <a:pt x="0" y="447329"/>
                </a:moveTo>
                <a:lnTo>
                  <a:pt x="1566169" y="448888"/>
                </a:lnTo>
                <a:lnTo>
                  <a:pt x="1554913" y="864956"/>
                </a:lnTo>
                <a:lnTo>
                  <a:pt x="5331864" y="883719"/>
                </a:lnTo>
                <a:lnTo>
                  <a:pt x="5354925" y="210329"/>
                </a:lnTo>
                <a:lnTo>
                  <a:pt x="6831243" y="217256"/>
                </a:lnTo>
                <a:cubicBezTo>
                  <a:pt x="6828674" y="437977"/>
                  <a:pt x="6835630" y="653934"/>
                  <a:pt x="6833061" y="874655"/>
                </a:cubicBezTo>
                <a:lnTo>
                  <a:pt x="10630593" y="444816"/>
                </a:lnTo>
                <a:lnTo>
                  <a:pt x="10634058" y="0"/>
                </a:lnTo>
                <a:lnTo>
                  <a:pt x="11409824" y="2425"/>
                </a:lnTo>
              </a:path>
            </a:pathLst>
          </a:cu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D8A2D50B-B6A5-7FB0-1921-9B9C85051EBB}"/>
              </a:ext>
            </a:extLst>
          </p:cNvPr>
          <p:cNvSpPr/>
          <p:nvPr/>
        </p:nvSpPr>
        <p:spPr>
          <a:xfrm>
            <a:off x="391088" y="1291761"/>
            <a:ext cx="11395536" cy="3461213"/>
          </a:xfrm>
          <a:custGeom>
            <a:avLst/>
            <a:gdLst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0678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9822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35200 w 10241280"/>
              <a:gd name="connsiteY3" fmla="*/ 446901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9106594 w 10241280"/>
              <a:gd name="connsiteY8" fmla="*/ 4788130 h 5370022"/>
              <a:gd name="connsiteX9" fmla="*/ 10241280 w 10241280"/>
              <a:gd name="connsiteY9" fmla="*/ 4796444 h 5370022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06594 w 10241280"/>
              <a:gd name="connsiteY8" fmla="*/ 4788130 h 5764875"/>
              <a:gd name="connsiteX9" fmla="*/ 10241280 w 10241280"/>
              <a:gd name="connsiteY9" fmla="*/ 4796444 h 5764875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31533 w 10241280"/>
              <a:gd name="connsiteY8" fmla="*/ 5124796 h 5764875"/>
              <a:gd name="connsiteX9" fmla="*/ 10241280 w 10241280"/>
              <a:gd name="connsiteY9" fmla="*/ 4796444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4110644 w 10245437"/>
              <a:gd name="connsiteY6" fmla="*/ 5370022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4585768 w 10245437"/>
              <a:gd name="connsiteY5" fmla="*/ 5132502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585768 w 10245437"/>
              <a:gd name="connsiteY5" fmla="*/ 5132502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852468 w 10245437"/>
              <a:gd name="connsiteY5" fmla="*/ 5137264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52468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34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07721 w 10245437"/>
              <a:gd name="connsiteY8" fmla="*/ 5100983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8196 w 10245437"/>
              <a:gd name="connsiteY8" fmla="*/ 5124796 h 5789901"/>
              <a:gd name="connsiteX9" fmla="*/ 10245437 w 10245437"/>
              <a:gd name="connsiteY9" fmla="*/ 5108171 h 5789901"/>
              <a:gd name="connsiteX0" fmla="*/ 0 w 11343149"/>
              <a:gd name="connsiteY0" fmla="*/ 3841779 h 3873817"/>
              <a:gd name="connsiteX1" fmla="*/ 1118494 w 11343149"/>
              <a:gd name="connsiteY1" fmla="*/ 0 h 3873817"/>
              <a:gd name="connsiteX2" fmla="*/ 1097712 w 11343149"/>
              <a:gd name="connsiteY2" fmla="*/ 2535381 h 3873817"/>
              <a:gd name="connsiteX3" fmla="*/ 2231476 w 11343149"/>
              <a:gd name="connsiteY3" fmla="*/ 2544619 h 3873817"/>
              <a:gd name="connsiteX4" fmla="*/ 2240250 w 11343149"/>
              <a:gd name="connsiteY4" fmla="*/ 3214254 h 3873817"/>
              <a:gd name="connsiteX5" fmla="*/ 5973993 w 11343149"/>
              <a:gd name="connsiteY5" fmla="*/ 3221180 h 3873817"/>
              <a:gd name="connsiteX6" fmla="*/ 5971049 w 11343149"/>
              <a:gd name="connsiteY6" fmla="*/ 3873817 h 3873817"/>
              <a:gd name="connsiteX7" fmla="*/ 10187680 w 11343149"/>
              <a:gd name="connsiteY7" fmla="*/ 3848791 h 3873817"/>
              <a:gd name="connsiteX8" fmla="*/ 10195908 w 11343149"/>
              <a:gd name="connsiteY8" fmla="*/ 3208712 h 3873817"/>
              <a:gd name="connsiteX9" fmla="*/ 11343149 w 11343149"/>
              <a:gd name="connsiteY9" fmla="*/ 3192087 h 3873817"/>
              <a:gd name="connsiteX0" fmla="*/ 0 w 11343149"/>
              <a:gd name="connsiteY0" fmla="*/ 1306398 h 1338436"/>
              <a:gd name="connsiteX1" fmla="*/ 1713807 w 11343149"/>
              <a:gd name="connsiteY1" fmla="*/ 1322244 h 1338436"/>
              <a:gd name="connsiteX2" fmla="*/ 1097712 w 11343149"/>
              <a:gd name="connsiteY2" fmla="*/ 0 h 1338436"/>
              <a:gd name="connsiteX3" fmla="*/ 2231476 w 11343149"/>
              <a:gd name="connsiteY3" fmla="*/ 9238 h 1338436"/>
              <a:gd name="connsiteX4" fmla="*/ 2240250 w 11343149"/>
              <a:gd name="connsiteY4" fmla="*/ 678873 h 1338436"/>
              <a:gd name="connsiteX5" fmla="*/ 5973993 w 11343149"/>
              <a:gd name="connsiteY5" fmla="*/ 685799 h 1338436"/>
              <a:gd name="connsiteX6" fmla="*/ 5971049 w 11343149"/>
              <a:gd name="connsiteY6" fmla="*/ 1338436 h 1338436"/>
              <a:gd name="connsiteX7" fmla="*/ 10187680 w 11343149"/>
              <a:gd name="connsiteY7" fmla="*/ 1313410 h 1338436"/>
              <a:gd name="connsiteX8" fmla="*/ 10195908 w 11343149"/>
              <a:gd name="connsiteY8" fmla="*/ 673331 h 1338436"/>
              <a:gd name="connsiteX9" fmla="*/ 11343149 w 11343149"/>
              <a:gd name="connsiteY9" fmla="*/ 656706 h 1338436"/>
              <a:gd name="connsiteX0" fmla="*/ 0 w 11343149"/>
              <a:gd name="connsiteY0" fmla="*/ 1297160 h 1648112"/>
              <a:gd name="connsiteX1" fmla="*/ 1713807 w 11343149"/>
              <a:gd name="connsiteY1" fmla="*/ 1313006 h 1648112"/>
              <a:gd name="connsiteX2" fmla="*/ 1693025 w 11343149"/>
              <a:gd name="connsiteY2" fmla="*/ 1648112 h 1648112"/>
              <a:gd name="connsiteX3" fmla="*/ 2231476 w 11343149"/>
              <a:gd name="connsiteY3" fmla="*/ 0 h 1648112"/>
              <a:gd name="connsiteX4" fmla="*/ 2240250 w 11343149"/>
              <a:gd name="connsiteY4" fmla="*/ 669635 h 1648112"/>
              <a:gd name="connsiteX5" fmla="*/ 5973993 w 11343149"/>
              <a:gd name="connsiteY5" fmla="*/ 676561 h 1648112"/>
              <a:gd name="connsiteX6" fmla="*/ 5971049 w 11343149"/>
              <a:gd name="connsiteY6" fmla="*/ 1329198 h 1648112"/>
              <a:gd name="connsiteX7" fmla="*/ 10187680 w 11343149"/>
              <a:gd name="connsiteY7" fmla="*/ 1304172 h 1648112"/>
              <a:gd name="connsiteX8" fmla="*/ 10195908 w 11343149"/>
              <a:gd name="connsiteY8" fmla="*/ 664093 h 1648112"/>
              <a:gd name="connsiteX9" fmla="*/ 11343149 w 11343149"/>
              <a:gd name="connsiteY9" fmla="*/ 647468 h 1648112"/>
              <a:gd name="connsiteX0" fmla="*/ 0 w 11343149"/>
              <a:gd name="connsiteY0" fmla="*/ 649692 h 1000644"/>
              <a:gd name="connsiteX1" fmla="*/ 1713807 w 11343149"/>
              <a:gd name="connsiteY1" fmla="*/ 665538 h 1000644"/>
              <a:gd name="connsiteX2" fmla="*/ 1693025 w 11343149"/>
              <a:gd name="connsiteY2" fmla="*/ 1000644 h 1000644"/>
              <a:gd name="connsiteX3" fmla="*/ 5160414 w 11343149"/>
              <a:gd name="connsiteY3" fmla="*/ 986069 h 1000644"/>
              <a:gd name="connsiteX4" fmla="*/ 2240250 w 11343149"/>
              <a:gd name="connsiteY4" fmla="*/ 22167 h 1000644"/>
              <a:gd name="connsiteX5" fmla="*/ 5973993 w 11343149"/>
              <a:gd name="connsiteY5" fmla="*/ 29093 h 1000644"/>
              <a:gd name="connsiteX6" fmla="*/ 5971049 w 11343149"/>
              <a:gd name="connsiteY6" fmla="*/ 681730 h 1000644"/>
              <a:gd name="connsiteX7" fmla="*/ 10187680 w 11343149"/>
              <a:gd name="connsiteY7" fmla="*/ 656704 h 1000644"/>
              <a:gd name="connsiteX8" fmla="*/ 10195908 w 11343149"/>
              <a:gd name="connsiteY8" fmla="*/ 16625 h 1000644"/>
              <a:gd name="connsiteX9" fmla="*/ 11343149 w 11343149"/>
              <a:gd name="connsiteY9" fmla="*/ 0 h 1000644"/>
              <a:gd name="connsiteX0" fmla="*/ 0 w 11343149"/>
              <a:gd name="connsiteY0" fmla="*/ 649692 h 1000644"/>
              <a:gd name="connsiteX1" fmla="*/ 1713807 w 11343149"/>
              <a:gd name="connsiteY1" fmla="*/ 665538 h 1000644"/>
              <a:gd name="connsiteX2" fmla="*/ 1693025 w 11343149"/>
              <a:gd name="connsiteY2" fmla="*/ 1000644 h 1000644"/>
              <a:gd name="connsiteX3" fmla="*/ 5160414 w 11343149"/>
              <a:gd name="connsiteY3" fmla="*/ 986069 h 1000644"/>
              <a:gd name="connsiteX4" fmla="*/ 5116800 w 11343149"/>
              <a:gd name="connsiteY4" fmla="*/ 298392 h 1000644"/>
              <a:gd name="connsiteX5" fmla="*/ 5973993 w 11343149"/>
              <a:gd name="connsiteY5" fmla="*/ 29093 h 1000644"/>
              <a:gd name="connsiteX6" fmla="*/ 5971049 w 11343149"/>
              <a:gd name="connsiteY6" fmla="*/ 681730 h 1000644"/>
              <a:gd name="connsiteX7" fmla="*/ 10187680 w 11343149"/>
              <a:gd name="connsiteY7" fmla="*/ 656704 h 1000644"/>
              <a:gd name="connsiteX8" fmla="*/ 10195908 w 11343149"/>
              <a:gd name="connsiteY8" fmla="*/ 16625 h 1000644"/>
              <a:gd name="connsiteX9" fmla="*/ 11343149 w 11343149"/>
              <a:gd name="connsiteY9" fmla="*/ 0 h 1000644"/>
              <a:gd name="connsiteX0" fmla="*/ 0 w 11343149"/>
              <a:gd name="connsiteY0" fmla="*/ 649692 h 1000644"/>
              <a:gd name="connsiteX1" fmla="*/ 1713807 w 11343149"/>
              <a:gd name="connsiteY1" fmla="*/ 665538 h 1000644"/>
              <a:gd name="connsiteX2" fmla="*/ 1693025 w 11343149"/>
              <a:gd name="connsiteY2" fmla="*/ 1000644 h 1000644"/>
              <a:gd name="connsiteX3" fmla="*/ 5103264 w 11343149"/>
              <a:gd name="connsiteY3" fmla="*/ 986069 h 1000644"/>
              <a:gd name="connsiteX4" fmla="*/ 5116800 w 11343149"/>
              <a:gd name="connsiteY4" fmla="*/ 298392 h 1000644"/>
              <a:gd name="connsiteX5" fmla="*/ 5973993 w 11343149"/>
              <a:gd name="connsiteY5" fmla="*/ 29093 h 1000644"/>
              <a:gd name="connsiteX6" fmla="*/ 5971049 w 11343149"/>
              <a:gd name="connsiteY6" fmla="*/ 681730 h 1000644"/>
              <a:gd name="connsiteX7" fmla="*/ 10187680 w 11343149"/>
              <a:gd name="connsiteY7" fmla="*/ 656704 h 1000644"/>
              <a:gd name="connsiteX8" fmla="*/ 10195908 w 11343149"/>
              <a:gd name="connsiteY8" fmla="*/ 16625 h 1000644"/>
              <a:gd name="connsiteX9" fmla="*/ 11343149 w 11343149"/>
              <a:gd name="connsiteY9" fmla="*/ 0 h 1000644"/>
              <a:gd name="connsiteX0" fmla="*/ 0 w 11409824"/>
              <a:gd name="connsiteY0" fmla="*/ 444904 h 1000644"/>
              <a:gd name="connsiteX1" fmla="*/ 1780482 w 11409824"/>
              <a:gd name="connsiteY1" fmla="*/ 665538 h 1000644"/>
              <a:gd name="connsiteX2" fmla="*/ 1759700 w 11409824"/>
              <a:gd name="connsiteY2" fmla="*/ 1000644 h 1000644"/>
              <a:gd name="connsiteX3" fmla="*/ 5169939 w 11409824"/>
              <a:gd name="connsiteY3" fmla="*/ 986069 h 1000644"/>
              <a:gd name="connsiteX4" fmla="*/ 5183475 w 11409824"/>
              <a:gd name="connsiteY4" fmla="*/ 298392 h 1000644"/>
              <a:gd name="connsiteX5" fmla="*/ 6040668 w 11409824"/>
              <a:gd name="connsiteY5" fmla="*/ 29093 h 1000644"/>
              <a:gd name="connsiteX6" fmla="*/ 6037724 w 11409824"/>
              <a:gd name="connsiteY6" fmla="*/ 681730 h 1000644"/>
              <a:gd name="connsiteX7" fmla="*/ 10254355 w 11409824"/>
              <a:gd name="connsiteY7" fmla="*/ 656704 h 1000644"/>
              <a:gd name="connsiteX8" fmla="*/ 10262583 w 11409824"/>
              <a:gd name="connsiteY8" fmla="*/ 16625 h 1000644"/>
              <a:gd name="connsiteX9" fmla="*/ 11409824 w 11409824"/>
              <a:gd name="connsiteY9" fmla="*/ 0 h 1000644"/>
              <a:gd name="connsiteX0" fmla="*/ 0 w 11409824"/>
              <a:gd name="connsiteY0" fmla="*/ 444904 h 1000644"/>
              <a:gd name="connsiteX1" fmla="*/ 1566169 w 11409824"/>
              <a:gd name="connsiteY1" fmla="*/ 446463 h 1000644"/>
              <a:gd name="connsiteX2" fmla="*/ 1759700 w 11409824"/>
              <a:gd name="connsiteY2" fmla="*/ 1000644 h 1000644"/>
              <a:gd name="connsiteX3" fmla="*/ 5169939 w 11409824"/>
              <a:gd name="connsiteY3" fmla="*/ 986069 h 1000644"/>
              <a:gd name="connsiteX4" fmla="*/ 5183475 w 11409824"/>
              <a:gd name="connsiteY4" fmla="*/ 298392 h 1000644"/>
              <a:gd name="connsiteX5" fmla="*/ 6040668 w 11409824"/>
              <a:gd name="connsiteY5" fmla="*/ 29093 h 1000644"/>
              <a:gd name="connsiteX6" fmla="*/ 6037724 w 11409824"/>
              <a:gd name="connsiteY6" fmla="*/ 681730 h 1000644"/>
              <a:gd name="connsiteX7" fmla="*/ 10254355 w 11409824"/>
              <a:gd name="connsiteY7" fmla="*/ 656704 h 1000644"/>
              <a:gd name="connsiteX8" fmla="*/ 10262583 w 11409824"/>
              <a:gd name="connsiteY8" fmla="*/ 16625 h 1000644"/>
              <a:gd name="connsiteX9" fmla="*/ 11409824 w 11409824"/>
              <a:gd name="connsiteY9" fmla="*/ 0 h 1000644"/>
              <a:gd name="connsiteX0" fmla="*/ 0 w 11409824"/>
              <a:gd name="connsiteY0" fmla="*/ 444904 h 986069"/>
              <a:gd name="connsiteX1" fmla="*/ 1566169 w 11409824"/>
              <a:gd name="connsiteY1" fmla="*/ 446463 h 986069"/>
              <a:gd name="connsiteX2" fmla="*/ 1554913 w 11409824"/>
              <a:gd name="connsiteY2" fmla="*/ 862531 h 986069"/>
              <a:gd name="connsiteX3" fmla="*/ 5169939 w 11409824"/>
              <a:gd name="connsiteY3" fmla="*/ 986069 h 986069"/>
              <a:gd name="connsiteX4" fmla="*/ 5183475 w 11409824"/>
              <a:gd name="connsiteY4" fmla="*/ 298392 h 986069"/>
              <a:gd name="connsiteX5" fmla="*/ 6040668 w 11409824"/>
              <a:gd name="connsiteY5" fmla="*/ 29093 h 986069"/>
              <a:gd name="connsiteX6" fmla="*/ 6037724 w 11409824"/>
              <a:gd name="connsiteY6" fmla="*/ 681730 h 986069"/>
              <a:gd name="connsiteX7" fmla="*/ 10254355 w 11409824"/>
              <a:gd name="connsiteY7" fmla="*/ 656704 h 986069"/>
              <a:gd name="connsiteX8" fmla="*/ 10262583 w 11409824"/>
              <a:gd name="connsiteY8" fmla="*/ 16625 h 986069"/>
              <a:gd name="connsiteX9" fmla="*/ 11409824 w 11409824"/>
              <a:gd name="connsiteY9" fmla="*/ 0 h 986069"/>
              <a:gd name="connsiteX0" fmla="*/ 0 w 11409824"/>
              <a:gd name="connsiteY0" fmla="*/ 444904 h 881294"/>
              <a:gd name="connsiteX1" fmla="*/ 1566169 w 11409824"/>
              <a:gd name="connsiteY1" fmla="*/ 446463 h 881294"/>
              <a:gd name="connsiteX2" fmla="*/ 1554913 w 11409824"/>
              <a:gd name="connsiteY2" fmla="*/ 862531 h 881294"/>
              <a:gd name="connsiteX3" fmla="*/ 5331864 w 11409824"/>
              <a:gd name="connsiteY3" fmla="*/ 881294 h 881294"/>
              <a:gd name="connsiteX4" fmla="*/ 5183475 w 11409824"/>
              <a:gd name="connsiteY4" fmla="*/ 298392 h 881294"/>
              <a:gd name="connsiteX5" fmla="*/ 6040668 w 11409824"/>
              <a:gd name="connsiteY5" fmla="*/ 29093 h 881294"/>
              <a:gd name="connsiteX6" fmla="*/ 6037724 w 11409824"/>
              <a:gd name="connsiteY6" fmla="*/ 681730 h 881294"/>
              <a:gd name="connsiteX7" fmla="*/ 10254355 w 11409824"/>
              <a:gd name="connsiteY7" fmla="*/ 656704 h 881294"/>
              <a:gd name="connsiteX8" fmla="*/ 10262583 w 11409824"/>
              <a:gd name="connsiteY8" fmla="*/ 16625 h 881294"/>
              <a:gd name="connsiteX9" fmla="*/ 11409824 w 11409824"/>
              <a:gd name="connsiteY9" fmla="*/ 0 h 881294"/>
              <a:gd name="connsiteX0" fmla="*/ 0 w 11409824"/>
              <a:gd name="connsiteY0" fmla="*/ 444904 h 881294"/>
              <a:gd name="connsiteX1" fmla="*/ 1566169 w 11409824"/>
              <a:gd name="connsiteY1" fmla="*/ 446463 h 881294"/>
              <a:gd name="connsiteX2" fmla="*/ 1554913 w 11409824"/>
              <a:gd name="connsiteY2" fmla="*/ 862531 h 881294"/>
              <a:gd name="connsiteX3" fmla="*/ 5331864 w 11409824"/>
              <a:gd name="connsiteY3" fmla="*/ 881294 h 881294"/>
              <a:gd name="connsiteX4" fmla="*/ 5354925 w 11409824"/>
              <a:gd name="connsiteY4" fmla="*/ 207904 h 881294"/>
              <a:gd name="connsiteX5" fmla="*/ 6040668 w 11409824"/>
              <a:gd name="connsiteY5" fmla="*/ 29093 h 881294"/>
              <a:gd name="connsiteX6" fmla="*/ 6037724 w 11409824"/>
              <a:gd name="connsiteY6" fmla="*/ 681730 h 881294"/>
              <a:gd name="connsiteX7" fmla="*/ 10254355 w 11409824"/>
              <a:gd name="connsiteY7" fmla="*/ 656704 h 881294"/>
              <a:gd name="connsiteX8" fmla="*/ 10262583 w 11409824"/>
              <a:gd name="connsiteY8" fmla="*/ 16625 h 881294"/>
              <a:gd name="connsiteX9" fmla="*/ 11409824 w 11409824"/>
              <a:gd name="connsiteY9" fmla="*/ 0 h 881294"/>
              <a:gd name="connsiteX0" fmla="*/ 0 w 11409824"/>
              <a:gd name="connsiteY0" fmla="*/ 444904 h 881294"/>
              <a:gd name="connsiteX1" fmla="*/ 1566169 w 11409824"/>
              <a:gd name="connsiteY1" fmla="*/ 446463 h 881294"/>
              <a:gd name="connsiteX2" fmla="*/ 1554913 w 11409824"/>
              <a:gd name="connsiteY2" fmla="*/ 862531 h 881294"/>
              <a:gd name="connsiteX3" fmla="*/ 5331864 w 11409824"/>
              <a:gd name="connsiteY3" fmla="*/ 881294 h 881294"/>
              <a:gd name="connsiteX4" fmla="*/ 5354925 w 11409824"/>
              <a:gd name="connsiteY4" fmla="*/ 207904 h 881294"/>
              <a:gd name="connsiteX5" fmla="*/ 6831243 w 11409824"/>
              <a:gd name="connsiteY5" fmla="*/ 214831 h 881294"/>
              <a:gd name="connsiteX6" fmla="*/ 6037724 w 11409824"/>
              <a:gd name="connsiteY6" fmla="*/ 681730 h 881294"/>
              <a:gd name="connsiteX7" fmla="*/ 10254355 w 11409824"/>
              <a:gd name="connsiteY7" fmla="*/ 656704 h 881294"/>
              <a:gd name="connsiteX8" fmla="*/ 10262583 w 11409824"/>
              <a:gd name="connsiteY8" fmla="*/ 16625 h 881294"/>
              <a:gd name="connsiteX9" fmla="*/ 11409824 w 11409824"/>
              <a:gd name="connsiteY9" fmla="*/ 0 h 881294"/>
              <a:gd name="connsiteX0" fmla="*/ 0 w 11409824"/>
              <a:gd name="connsiteY0" fmla="*/ 444904 h 881294"/>
              <a:gd name="connsiteX1" fmla="*/ 1566169 w 11409824"/>
              <a:gd name="connsiteY1" fmla="*/ 446463 h 881294"/>
              <a:gd name="connsiteX2" fmla="*/ 1554913 w 11409824"/>
              <a:gd name="connsiteY2" fmla="*/ 862531 h 881294"/>
              <a:gd name="connsiteX3" fmla="*/ 5331864 w 11409824"/>
              <a:gd name="connsiteY3" fmla="*/ 881294 h 881294"/>
              <a:gd name="connsiteX4" fmla="*/ 5354925 w 11409824"/>
              <a:gd name="connsiteY4" fmla="*/ 207904 h 881294"/>
              <a:gd name="connsiteX5" fmla="*/ 6831243 w 11409824"/>
              <a:gd name="connsiteY5" fmla="*/ 214831 h 881294"/>
              <a:gd name="connsiteX6" fmla="*/ 6833061 w 11409824"/>
              <a:gd name="connsiteY6" fmla="*/ 872230 h 881294"/>
              <a:gd name="connsiteX7" fmla="*/ 10254355 w 11409824"/>
              <a:gd name="connsiteY7" fmla="*/ 656704 h 881294"/>
              <a:gd name="connsiteX8" fmla="*/ 10262583 w 11409824"/>
              <a:gd name="connsiteY8" fmla="*/ 16625 h 881294"/>
              <a:gd name="connsiteX9" fmla="*/ 11409824 w 11409824"/>
              <a:gd name="connsiteY9" fmla="*/ 0 h 881294"/>
              <a:gd name="connsiteX0" fmla="*/ 0 w 11409824"/>
              <a:gd name="connsiteY0" fmla="*/ 444904 h 881294"/>
              <a:gd name="connsiteX1" fmla="*/ 1566169 w 11409824"/>
              <a:gd name="connsiteY1" fmla="*/ 446463 h 881294"/>
              <a:gd name="connsiteX2" fmla="*/ 1554913 w 11409824"/>
              <a:gd name="connsiteY2" fmla="*/ 862531 h 881294"/>
              <a:gd name="connsiteX3" fmla="*/ 5331864 w 11409824"/>
              <a:gd name="connsiteY3" fmla="*/ 881294 h 881294"/>
              <a:gd name="connsiteX4" fmla="*/ 5354925 w 11409824"/>
              <a:gd name="connsiteY4" fmla="*/ 207904 h 881294"/>
              <a:gd name="connsiteX5" fmla="*/ 6831243 w 11409824"/>
              <a:gd name="connsiteY5" fmla="*/ 214831 h 881294"/>
              <a:gd name="connsiteX6" fmla="*/ 6833061 w 11409824"/>
              <a:gd name="connsiteY6" fmla="*/ 872230 h 881294"/>
              <a:gd name="connsiteX7" fmla="*/ 10630593 w 11409824"/>
              <a:gd name="connsiteY7" fmla="*/ 442391 h 881294"/>
              <a:gd name="connsiteX8" fmla="*/ 10262583 w 11409824"/>
              <a:gd name="connsiteY8" fmla="*/ 16625 h 881294"/>
              <a:gd name="connsiteX9" fmla="*/ 11409824 w 11409824"/>
              <a:gd name="connsiteY9" fmla="*/ 0 h 881294"/>
              <a:gd name="connsiteX0" fmla="*/ 0 w 11409824"/>
              <a:gd name="connsiteY0" fmla="*/ 447329 h 883719"/>
              <a:gd name="connsiteX1" fmla="*/ 1566169 w 11409824"/>
              <a:gd name="connsiteY1" fmla="*/ 448888 h 883719"/>
              <a:gd name="connsiteX2" fmla="*/ 1554913 w 11409824"/>
              <a:gd name="connsiteY2" fmla="*/ 864956 h 883719"/>
              <a:gd name="connsiteX3" fmla="*/ 5331864 w 11409824"/>
              <a:gd name="connsiteY3" fmla="*/ 883719 h 883719"/>
              <a:gd name="connsiteX4" fmla="*/ 5354925 w 11409824"/>
              <a:gd name="connsiteY4" fmla="*/ 210329 h 883719"/>
              <a:gd name="connsiteX5" fmla="*/ 6831243 w 11409824"/>
              <a:gd name="connsiteY5" fmla="*/ 217256 h 883719"/>
              <a:gd name="connsiteX6" fmla="*/ 6833061 w 11409824"/>
              <a:gd name="connsiteY6" fmla="*/ 874655 h 883719"/>
              <a:gd name="connsiteX7" fmla="*/ 10630593 w 11409824"/>
              <a:gd name="connsiteY7" fmla="*/ 444816 h 883719"/>
              <a:gd name="connsiteX8" fmla="*/ 10634058 w 11409824"/>
              <a:gd name="connsiteY8" fmla="*/ 0 h 883719"/>
              <a:gd name="connsiteX9" fmla="*/ 11409824 w 11409824"/>
              <a:gd name="connsiteY9" fmla="*/ 2425 h 883719"/>
              <a:gd name="connsiteX0" fmla="*/ 0 w 11409824"/>
              <a:gd name="connsiteY0" fmla="*/ 447329 h 883719"/>
              <a:gd name="connsiteX1" fmla="*/ 4552256 w 11409824"/>
              <a:gd name="connsiteY1" fmla="*/ 429838 h 883719"/>
              <a:gd name="connsiteX2" fmla="*/ 1554913 w 11409824"/>
              <a:gd name="connsiteY2" fmla="*/ 864956 h 883719"/>
              <a:gd name="connsiteX3" fmla="*/ 5331864 w 11409824"/>
              <a:gd name="connsiteY3" fmla="*/ 883719 h 883719"/>
              <a:gd name="connsiteX4" fmla="*/ 5354925 w 11409824"/>
              <a:gd name="connsiteY4" fmla="*/ 210329 h 883719"/>
              <a:gd name="connsiteX5" fmla="*/ 6831243 w 11409824"/>
              <a:gd name="connsiteY5" fmla="*/ 217256 h 883719"/>
              <a:gd name="connsiteX6" fmla="*/ 6833061 w 11409824"/>
              <a:gd name="connsiteY6" fmla="*/ 874655 h 883719"/>
              <a:gd name="connsiteX7" fmla="*/ 10630593 w 11409824"/>
              <a:gd name="connsiteY7" fmla="*/ 444816 h 883719"/>
              <a:gd name="connsiteX8" fmla="*/ 10634058 w 11409824"/>
              <a:gd name="connsiteY8" fmla="*/ 0 h 883719"/>
              <a:gd name="connsiteX9" fmla="*/ 11409824 w 11409824"/>
              <a:gd name="connsiteY9" fmla="*/ 2425 h 883719"/>
              <a:gd name="connsiteX0" fmla="*/ 0 w 11409824"/>
              <a:gd name="connsiteY0" fmla="*/ 1735023 h 2171413"/>
              <a:gd name="connsiteX1" fmla="*/ 4552256 w 11409824"/>
              <a:gd name="connsiteY1" fmla="*/ 1717532 h 2171413"/>
              <a:gd name="connsiteX2" fmla="*/ 4574338 w 11409824"/>
              <a:gd name="connsiteY2" fmla="*/ 0 h 2171413"/>
              <a:gd name="connsiteX3" fmla="*/ 5331864 w 11409824"/>
              <a:gd name="connsiteY3" fmla="*/ 2171413 h 2171413"/>
              <a:gd name="connsiteX4" fmla="*/ 5354925 w 11409824"/>
              <a:gd name="connsiteY4" fmla="*/ 1498023 h 2171413"/>
              <a:gd name="connsiteX5" fmla="*/ 6831243 w 11409824"/>
              <a:gd name="connsiteY5" fmla="*/ 1504950 h 2171413"/>
              <a:gd name="connsiteX6" fmla="*/ 6833061 w 11409824"/>
              <a:gd name="connsiteY6" fmla="*/ 2162349 h 2171413"/>
              <a:gd name="connsiteX7" fmla="*/ 10630593 w 11409824"/>
              <a:gd name="connsiteY7" fmla="*/ 1732510 h 2171413"/>
              <a:gd name="connsiteX8" fmla="*/ 10634058 w 11409824"/>
              <a:gd name="connsiteY8" fmla="*/ 1287694 h 2171413"/>
              <a:gd name="connsiteX9" fmla="*/ 11409824 w 11409824"/>
              <a:gd name="connsiteY9" fmla="*/ 1290119 h 2171413"/>
              <a:gd name="connsiteX0" fmla="*/ 0 w 11409824"/>
              <a:gd name="connsiteY0" fmla="*/ 1744835 h 2172161"/>
              <a:gd name="connsiteX1" fmla="*/ 4552256 w 11409824"/>
              <a:gd name="connsiteY1" fmla="*/ 1727344 h 2172161"/>
              <a:gd name="connsiteX2" fmla="*/ 4574338 w 11409824"/>
              <a:gd name="connsiteY2" fmla="*/ 9812 h 2172161"/>
              <a:gd name="connsiteX3" fmla="*/ 750339 w 11409824"/>
              <a:gd name="connsiteY3" fmla="*/ 0 h 2172161"/>
              <a:gd name="connsiteX4" fmla="*/ 5354925 w 11409824"/>
              <a:gd name="connsiteY4" fmla="*/ 1507835 h 2172161"/>
              <a:gd name="connsiteX5" fmla="*/ 6831243 w 11409824"/>
              <a:gd name="connsiteY5" fmla="*/ 1514762 h 2172161"/>
              <a:gd name="connsiteX6" fmla="*/ 6833061 w 11409824"/>
              <a:gd name="connsiteY6" fmla="*/ 2172161 h 2172161"/>
              <a:gd name="connsiteX7" fmla="*/ 10630593 w 11409824"/>
              <a:gd name="connsiteY7" fmla="*/ 1742322 h 2172161"/>
              <a:gd name="connsiteX8" fmla="*/ 10634058 w 11409824"/>
              <a:gd name="connsiteY8" fmla="*/ 1297506 h 2172161"/>
              <a:gd name="connsiteX9" fmla="*/ 11409824 w 11409824"/>
              <a:gd name="connsiteY9" fmla="*/ 1299931 h 2172161"/>
              <a:gd name="connsiteX0" fmla="*/ 0 w 11409824"/>
              <a:gd name="connsiteY0" fmla="*/ 3461213 h 3888539"/>
              <a:gd name="connsiteX1" fmla="*/ 4552256 w 11409824"/>
              <a:gd name="connsiteY1" fmla="*/ 3443722 h 3888539"/>
              <a:gd name="connsiteX2" fmla="*/ 4574338 w 11409824"/>
              <a:gd name="connsiteY2" fmla="*/ 1726190 h 3888539"/>
              <a:gd name="connsiteX3" fmla="*/ 750339 w 11409824"/>
              <a:gd name="connsiteY3" fmla="*/ 1716378 h 3888539"/>
              <a:gd name="connsiteX4" fmla="*/ 763875 w 11409824"/>
              <a:gd name="connsiteY4" fmla="*/ 0 h 3888539"/>
              <a:gd name="connsiteX5" fmla="*/ 6831243 w 11409824"/>
              <a:gd name="connsiteY5" fmla="*/ 3231140 h 3888539"/>
              <a:gd name="connsiteX6" fmla="*/ 6833061 w 11409824"/>
              <a:gd name="connsiteY6" fmla="*/ 3888539 h 3888539"/>
              <a:gd name="connsiteX7" fmla="*/ 10630593 w 11409824"/>
              <a:gd name="connsiteY7" fmla="*/ 3458700 h 3888539"/>
              <a:gd name="connsiteX8" fmla="*/ 10634058 w 11409824"/>
              <a:gd name="connsiteY8" fmla="*/ 3013884 h 3888539"/>
              <a:gd name="connsiteX9" fmla="*/ 11409824 w 11409824"/>
              <a:gd name="connsiteY9" fmla="*/ 3016309 h 3888539"/>
              <a:gd name="connsiteX0" fmla="*/ 0 w 11409824"/>
              <a:gd name="connsiteY0" fmla="*/ 3461213 h 3888539"/>
              <a:gd name="connsiteX1" fmla="*/ 4552256 w 11409824"/>
              <a:gd name="connsiteY1" fmla="*/ 3443722 h 3888539"/>
              <a:gd name="connsiteX2" fmla="*/ 4574338 w 11409824"/>
              <a:gd name="connsiteY2" fmla="*/ 1726190 h 3888539"/>
              <a:gd name="connsiteX3" fmla="*/ 750339 w 11409824"/>
              <a:gd name="connsiteY3" fmla="*/ 1716378 h 3888539"/>
              <a:gd name="connsiteX4" fmla="*/ 763875 w 11409824"/>
              <a:gd name="connsiteY4" fmla="*/ 0 h 3888539"/>
              <a:gd name="connsiteX5" fmla="*/ 9888768 w 11409824"/>
              <a:gd name="connsiteY5" fmla="*/ 2165 h 3888539"/>
              <a:gd name="connsiteX6" fmla="*/ 6833061 w 11409824"/>
              <a:gd name="connsiteY6" fmla="*/ 3888539 h 3888539"/>
              <a:gd name="connsiteX7" fmla="*/ 10630593 w 11409824"/>
              <a:gd name="connsiteY7" fmla="*/ 3458700 h 3888539"/>
              <a:gd name="connsiteX8" fmla="*/ 10634058 w 11409824"/>
              <a:gd name="connsiteY8" fmla="*/ 3013884 h 3888539"/>
              <a:gd name="connsiteX9" fmla="*/ 11409824 w 11409824"/>
              <a:gd name="connsiteY9" fmla="*/ 3016309 h 3888539"/>
              <a:gd name="connsiteX0" fmla="*/ 0 w 11409824"/>
              <a:gd name="connsiteY0" fmla="*/ 3461213 h 3461213"/>
              <a:gd name="connsiteX1" fmla="*/ 4552256 w 11409824"/>
              <a:gd name="connsiteY1" fmla="*/ 3443722 h 3461213"/>
              <a:gd name="connsiteX2" fmla="*/ 4574338 w 11409824"/>
              <a:gd name="connsiteY2" fmla="*/ 1726190 h 3461213"/>
              <a:gd name="connsiteX3" fmla="*/ 750339 w 11409824"/>
              <a:gd name="connsiteY3" fmla="*/ 1716378 h 3461213"/>
              <a:gd name="connsiteX4" fmla="*/ 763875 w 11409824"/>
              <a:gd name="connsiteY4" fmla="*/ 0 h 3461213"/>
              <a:gd name="connsiteX5" fmla="*/ 9888768 w 11409824"/>
              <a:gd name="connsiteY5" fmla="*/ 2165 h 3461213"/>
              <a:gd name="connsiteX6" fmla="*/ 9904873 w 11409824"/>
              <a:gd name="connsiteY6" fmla="*/ 1740651 h 3461213"/>
              <a:gd name="connsiteX7" fmla="*/ 10630593 w 11409824"/>
              <a:gd name="connsiteY7" fmla="*/ 3458700 h 3461213"/>
              <a:gd name="connsiteX8" fmla="*/ 10634058 w 11409824"/>
              <a:gd name="connsiteY8" fmla="*/ 3013884 h 3461213"/>
              <a:gd name="connsiteX9" fmla="*/ 11409824 w 11409824"/>
              <a:gd name="connsiteY9" fmla="*/ 3016309 h 3461213"/>
              <a:gd name="connsiteX0" fmla="*/ 0 w 11409824"/>
              <a:gd name="connsiteY0" fmla="*/ 3461213 h 3461213"/>
              <a:gd name="connsiteX1" fmla="*/ 4552256 w 11409824"/>
              <a:gd name="connsiteY1" fmla="*/ 3443722 h 3461213"/>
              <a:gd name="connsiteX2" fmla="*/ 4574338 w 11409824"/>
              <a:gd name="connsiteY2" fmla="*/ 1726190 h 3461213"/>
              <a:gd name="connsiteX3" fmla="*/ 750339 w 11409824"/>
              <a:gd name="connsiteY3" fmla="*/ 1716378 h 3461213"/>
              <a:gd name="connsiteX4" fmla="*/ 763875 w 11409824"/>
              <a:gd name="connsiteY4" fmla="*/ 0 h 3461213"/>
              <a:gd name="connsiteX5" fmla="*/ 9888768 w 11409824"/>
              <a:gd name="connsiteY5" fmla="*/ 2165 h 3461213"/>
              <a:gd name="connsiteX6" fmla="*/ 9904873 w 11409824"/>
              <a:gd name="connsiteY6" fmla="*/ 1740651 h 3461213"/>
              <a:gd name="connsiteX7" fmla="*/ 5296593 w 11409824"/>
              <a:gd name="connsiteY7" fmla="*/ 1729912 h 3461213"/>
              <a:gd name="connsiteX8" fmla="*/ 10634058 w 11409824"/>
              <a:gd name="connsiteY8" fmla="*/ 3013884 h 3461213"/>
              <a:gd name="connsiteX9" fmla="*/ 11409824 w 11409824"/>
              <a:gd name="connsiteY9" fmla="*/ 3016309 h 3461213"/>
              <a:gd name="connsiteX0" fmla="*/ 0 w 11409824"/>
              <a:gd name="connsiteY0" fmla="*/ 3461213 h 3461213"/>
              <a:gd name="connsiteX1" fmla="*/ 4552256 w 11409824"/>
              <a:gd name="connsiteY1" fmla="*/ 3443722 h 3461213"/>
              <a:gd name="connsiteX2" fmla="*/ 4574338 w 11409824"/>
              <a:gd name="connsiteY2" fmla="*/ 1726190 h 3461213"/>
              <a:gd name="connsiteX3" fmla="*/ 750339 w 11409824"/>
              <a:gd name="connsiteY3" fmla="*/ 1716378 h 3461213"/>
              <a:gd name="connsiteX4" fmla="*/ 763875 w 11409824"/>
              <a:gd name="connsiteY4" fmla="*/ 0 h 3461213"/>
              <a:gd name="connsiteX5" fmla="*/ 9888768 w 11409824"/>
              <a:gd name="connsiteY5" fmla="*/ 2165 h 3461213"/>
              <a:gd name="connsiteX6" fmla="*/ 9904873 w 11409824"/>
              <a:gd name="connsiteY6" fmla="*/ 1740651 h 3461213"/>
              <a:gd name="connsiteX7" fmla="*/ 5296593 w 11409824"/>
              <a:gd name="connsiteY7" fmla="*/ 1729912 h 3461213"/>
              <a:gd name="connsiteX8" fmla="*/ 5309583 w 11409824"/>
              <a:gd name="connsiteY8" fmla="*/ 3028171 h 3461213"/>
              <a:gd name="connsiteX9" fmla="*/ 11409824 w 11409824"/>
              <a:gd name="connsiteY9" fmla="*/ 3016309 h 3461213"/>
              <a:gd name="connsiteX0" fmla="*/ 0 w 11409824"/>
              <a:gd name="connsiteY0" fmla="*/ 3461213 h 3461213"/>
              <a:gd name="connsiteX1" fmla="*/ 4552256 w 11409824"/>
              <a:gd name="connsiteY1" fmla="*/ 3443722 h 3461213"/>
              <a:gd name="connsiteX2" fmla="*/ 4574338 w 11409824"/>
              <a:gd name="connsiteY2" fmla="*/ 1726190 h 3461213"/>
              <a:gd name="connsiteX3" fmla="*/ 750339 w 11409824"/>
              <a:gd name="connsiteY3" fmla="*/ 1716378 h 3461213"/>
              <a:gd name="connsiteX4" fmla="*/ 763875 w 11409824"/>
              <a:gd name="connsiteY4" fmla="*/ 0 h 3461213"/>
              <a:gd name="connsiteX5" fmla="*/ 9888768 w 11409824"/>
              <a:gd name="connsiteY5" fmla="*/ 2165 h 3461213"/>
              <a:gd name="connsiteX6" fmla="*/ 9904873 w 11409824"/>
              <a:gd name="connsiteY6" fmla="*/ 1740651 h 3461213"/>
              <a:gd name="connsiteX7" fmla="*/ 5325168 w 11409824"/>
              <a:gd name="connsiteY7" fmla="*/ 1729912 h 3461213"/>
              <a:gd name="connsiteX8" fmla="*/ 5309583 w 11409824"/>
              <a:gd name="connsiteY8" fmla="*/ 3028171 h 3461213"/>
              <a:gd name="connsiteX9" fmla="*/ 11409824 w 11409824"/>
              <a:gd name="connsiteY9" fmla="*/ 3016309 h 3461213"/>
              <a:gd name="connsiteX0" fmla="*/ 0 w 11395536"/>
              <a:gd name="connsiteY0" fmla="*/ 3461213 h 3461213"/>
              <a:gd name="connsiteX1" fmla="*/ 4552256 w 11395536"/>
              <a:gd name="connsiteY1" fmla="*/ 3443722 h 3461213"/>
              <a:gd name="connsiteX2" fmla="*/ 4574338 w 11395536"/>
              <a:gd name="connsiteY2" fmla="*/ 1726190 h 3461213"/>
              <a:gd name="connsiteX3" fmla="*/ 750339 w 11395536"/>
              <a:gd name="connsiteY3" fmla="*/ 1716378 h 3461213"/>
              <a:gd name="connsiteX4" fmla="*/ 763875 w 11395536"/>
              <a:gd name="connsiteY4" fmla="*/ 0 h 3461213"/>
              <a:gd name="connsiteX5" fmla="*/ 9888768 w 11395536"/>
              <a:gd name="connsiteY5" fmla="*/ 2165 h 3461213"/>
              <a:gd name="connsiteX6" fmla="*/ 9904873 w 11395536"/>
              <a:gd name="connsiteY6" fmla="*/ 1740651 h 3461213"/>
              <a:gd name="connsiteX7" fmla="*/ 5325168 w 11395536"/>
              <a:gd name="connsiteY7" fmla="*/ 1729912 h 3461213"/>
              <a:gd name="connsiteX8" fmla="*/ 5309583 w 11395536"/>
              <a:gd name="connsiteY8" fmla="*/ 3028171 h 3461213"/>
              <a:gd name="connsiteX9" fmla="*/ 11395536 w 11395536"/>
              <a:gd name="connsiteY9" fmla="*/ 3421122 h 3461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95536" h="3461213">
                <a:moveTo>
                  <a:pt x="0" y="3461213"/>
                </a:moveTo>
                <a:lnTo>
                  <a:pt x="4552256" y="3443722"/>
                </a:lnTo>
                <a:lnTo>
                  <a:pt x="4574338" y="1726190"/>
                </a:lnTo>
                <a:lnTo>
                  <a:pt x="750339" y="1716378"/>
                </a:lnTo>
                <a:lnTo>
                  <a:pt x="763875" y="0"/>
                </a:lnTo>
                <a:lnTo>
                  <a:pt x="9888768" y="2165"/>
                </a:lnTo>
                <a:cubicBezTo>
                  <a:pt x="9886199" y="222886"/>
                  <a:pt x="9907442" y="1519930"/>
                  <a:pt x="9904873" y="1740651"/>
                </a:cubicBezTo>
                <a:lnTo>
                  <a:pt x="5325168" y="1729912"/>
                </a:lnTo>
                <a:lnTo>
                  <a:pt x="5309583" y="3028171"/>
                </a:lnTo>
                <a:lnTo>
                  <a:pt x="11395536" y="3421122"/>
                </a:lnTo>
              </a:path>
            </a:pathLst>
          </a:cu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F766A0-2EDE-EDE3-07DD-C1B64A60031E}"/>
              </a:ext>
            </a:extLst>
          </p:cNvPr>
          <p:cNvSpPr/>
          <p:nvPr/>
        </p:nvSpPr>
        <p:spPr>
          <a:xfrm>
            <a:off x="4972050" y="5176837"/>
            <a:ext cx="447676" cy="181320"/>
          </a:xfrm>
          <a:prstGeom prst="rect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01935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2A8DDE-BB70-A42D-77C8-DDC6214AA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Level1_Screen4</a:t>
            </a:r>
            <a:endParaRPr lang="fr-FR" dirty="0"/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546E2F37-F536-A123-4B8D-C810F5BE541B}"/>
              </a:ext>
            </a:extLst>
          </p:cNvPr>
          <p:cNvSpPr/>
          <p:nvPr/>
        </p:nvSpPr>
        <p:spPr>
          <a:xfrm>
            <a:off x="469840" y="441438"/>
            <a:ext cx="2842695" cy="2257427"/>
          </a:xfrm>
          <a:custGeom>
            <a:avLst/>
            <a:gdLst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0678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9822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35200 w 10241280"/>
              <a:gd name="connsiteY3" fmla="*/ 446901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9106594 w 10241280"/>
              <a:gd name="connsiteY8" fmla="*/ 4788130 h 5370022"/>
              <a:gd name="connsiteX9" fmla="*/ 10241280 w 10241280"/>
              <a:gd name="connsiteY9" fmla="*/ 4796444 h 5370022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06594 w 10241280"/>
              <a:gd name="connsiteY8" fmla="*/ 4788130 h 5764875"/>
              <a:gd name="connsiteX9" fmla="*/ 10241280 w 10241280"/>
              <a:gd name="connsiteY9" fmla="*/ 4796444 h 5764875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31533 w 10241280"/>
              <a:gd name="connsiteY8" fmla="*/ 5124796 h 5764875"/>
              <a:gd name="connsiteX9" fmla="*/ 10241280 w 10241280"/>
              <a:gd name="connsiteY9" fmla="*/ 4796444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4110644 w 10245437"/>
              <a:gd name="connsiteY6" fmla="*/ 5370022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4585768 w 10245437"/>
              <a:gd name="connsiteY5" fmla="*/ 5132502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585768 w 10245437"/>
              <a:gd name="connsiteY5" fmla="*/ 5132502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852468 w 10245437"/>
              <a:gd name="connsiteY5" fmla="*/ 5137264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52468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34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07721 w 10245437"/>
              <a:gd name="connsiteY8" fmla="*/ 5100983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8196 w 10245437"/>
              <a:gd name="connsiteY8" fmla="*/ 5124796 h 5789901"/>
              <a:gd name="connsiteX9" fmla="*/ 10245437 w 10245437"/>
              <a:gd name="connsiteY9" fmla="*/ 5108171 h 5789901"/>
              <a:gd name="connsiteX0" fmla="*/ 1183525 w 10245437"/>
              <a:gd name="connsiteY0" fmla="*/ 4494241 h 4494241"/>
              <a:gd name="connsiteX1" fmla="*/ 20782 w 10245437"/>
              <a:gd name="connsiteY1" fmla="*/ 0 h 4494241"/>
              <a:gd name="connsiteX2" fmla="*/ 0 w 10245437"/>
              <a:gd name="connsiteY2" fmla="*/ 2535381 h 4494241"/>
              <a:gd name="connsiteX3" fmla="*/ 1133764 w 10245437"/>
              <a:gd name="connsiteY3" fmla="*/ 2544619 h 4494241"/>
              <a:gd name="connsiteX4" fmla="*/ 1142538 w 10245437"/>
              <a:gd name="connsiteY4" fmla="*/ 3214254 h 4494241"/>
              <a:gd name="connsiteX5" fmla="*/ 4876281 w 10245437"/>
              <a:gd name="connsiteY5" fmla="*/ 3221180 h 4494241"/>
              <a:gd name="connsiteX6" fmla="*/ 4873337 w 10245437"/>
              <a:gd name="connsiteY6" fmla="*/ 3873817 h 4494241"/>
              <a:gd name="connsiteX7" fmla="*/ 9089968 w 10245437"/>
              <a:gd name="connsiteY7" fmla="*/ 3848791 h 4494241"/>
              <a:gd name="connsiteX8" fmla="*/ 9098196 w 10245437"/>
              <a:gd name="connsiteY8" fmla="*/ 3208712 h 4494241"/>
              <a:gd name="connsiteX9" fmla="*/ 10245437 w 10245437"/>
              <a:gd name="connsiteY9" fmla="*/ 3192087 h 4494241"/>
              <a:gd name="connsiteX0" fmla="*/ 1183525 w 10245437"/>
              <a:gd name="connsiteY0" fmla="*/ 3527454 h 3527454"/>
              <a:gd name="connsiteX1" fmla="*/ 1168544 w 10245437"/>
              <a:gd name="connsiteY1" fmla="*/ 0 h 3527454"/>
              <a:gd name="connsiteX2" fmla="*/ 0 w 10245437"/>
              <a:gd name="connsiteY2" fmla="*/ 1568594 h 3527454"/>
              <a:gd name="connsiteX3" fmla="*/ 1133764 w 10245437"/>
              <a:gd name="connsiteY3" fmla="*/ 1577832 h 3527454"/>
              <a:gd name="connsiteX4" fmla="*/ 1142538 w 10245437"/>
              <a:gd name="connsiteY4" fmla="*/ 2247467 h 3527454"/>
              <a:gd name="connsiteX5" fmla="*/ 4876281 w 10245437"/>
              <a:gd name="connsiteY5" fmla="*/ 2254393 h 3527454"/>
              <a:gd name="connsiteX6" fmla="*/ 4873337 w 10245437"/>
              <a:gd name="connsiteY6" fmla="*/ 2907030 h 3527454"/>
              <a:gd name="connsiteX7" fmla="*/ 9089968 w 10245437"/>
              <a:gd name="connsiteY7" fmla="*/ 2882004 h 3527454"/>
              <a:gd name="connsiteX8" fmla="*/ 9098196 w 10245437"/>
              <a:gd name="connsiteY8" fmla="*/ 2241925 h 3527454"/>
              <a:gd name="connsiteX9" fmla="*/ 10245437 w 10245437"/>
              <a:gd name="connsiteY9" fmla="*/ 2225300 h 3527454"/>
              <a:gd name="connsiteX0" fmla="*/ 1712162 w 10774074"/>
              <a:gd name="connsiteY0" fmla="*/ 3527454 h 3527454"/>
              <a:gd name="connsiteX1" fmla="*/ 1697181 w 10774074"/>
              <a:gd name="connsiteY1" fmla="*/ 0 h 3527454"/>
              <a:gd name="connsiteX2" fmla="*/ 0 w 10774074"/>
              <a:gd name="connsiteY2" fmla="*/ 6494 h 3527454"/>
              <a:gd name="connsiteX3" fmla="*/ 1662401 w 10774074"/>
              <a:gd name="connsiteY3" fmla="*/ 1577832 h 3527454"/>
              <a:gd name="connsiteX4" fmla="*/ 1671175 w 10774074"/>
              <a:gd name="connsiteY4" fmla="*/ 2247467 h 3527454"/>
              <a:gd name="connsiteX5" fmla="*/ 5404918 w 10774074"/>
              <a:gd name="connsiteY5" fmla="*/ 2254393 h 3527454"/>
              <a:gd name="connsiteX6" fmla="*/ 5401974 w 10774074"/>
              <a:gd name="connsiteY6" fmla="*/ 2907030 h 3527454"/>
              <a:gd name="connsiteX7" fmla="*/ 9618605 w 10774074"/>
              <a:gd name="connsiteY7" fmla="*/ 2882004 h 3527454"/>
              <a:gd name="connsiteX8" fmla="*/ 9626833 w 10774074"/>
              <a:gd name="connsiteY8" fmla="*/ 2241925 h 3527454"/>
              <a:gd name="connsiteX9" fmla="*/ 10774074 w 10774074"/>
              <a:gd name="connsiteY9" fmla="*/ 2225300 h 3527454"/>
              <a:gd name="connsiteX0" fmla="*/ 1712162 w 10774074"/>
              <a:gd name="connsiteY0" fmla="*/ 3983209 h 3983209"/>
              <a:gd name="connsiteX1" fmla="*/ 1697181 w 10774074"/>
              <a:gd name="connsiteY1" fmla="*/ 455755 h 3983209"/>
              <a:gd name="connsiteX2" fmla="*/ 0 w 10774074"/>
              <a:gd name="connsiteY2" fmla="*/ 462249 h 3983209"/>
              <a:gd name="connsiteX3" fmla="*/ 14576 w 10774074"/>
              <a:gd name="connsiteY3" fmla="*/ 0 h 3983209"/>
              <a:gd name="connsiteX4" fmla="*/ 1671175 w 10774074"/>
              <a:gd name="connsiteY4" fmla="*/ 2703222 h 3983209"/>
              <a:gd name="connsiteX5" fmla="*/ 5404918 w 10774074"/>
              <a:gd name="connsiteY5" fmla="*/ 2710148 h 3983209"/>
              <a:gd name="connsiteX6" fmla="*/ 5401974 w 10774074"/>
              <a:gd name="connsiteY6" fmla="*/ 3362785 h 3983209"/>
              <a:gd name="connsiteX7" fmla="*/ 9618605 w 10774074"/>
              <a:gd name="connsiteY7" fmla="*/ 3337759 h 3983209"/>
              <a:gd name="connsiteX8" fmla="*/ 9626833 w 10774074"/>
              <a:gd name="connsiteY8" fmla="*/ 2697680 h 3983209"/>
              <a:gd name="connsiteX9" fmla="*/ 10774074 w 10774074"/>
              <a:gd name="connsiteY9" fmla="*/ 2681055 h 3983209"/>
              <a:gd name="connsiteX0" fmla="*/ 1712162 w 10774074"/>
              <a:gd name="connsiteY0" fmla="*/ 3983209 h 3983209"/>
              <a:gd name="connsiteX1" fmla="*/ 1697181 w 10774074"/>
              <a:gd name="connsiteY1" fmla="*/ 455755 h 3983209"/>
              <a:gd name="connsiteX2" fmla="*/ 0 w 10774074"/>
              <a:gd name="connsiteY2" fmla="*/ 462249 h 3983209"/>
              <a:gd name="connsiteX3" fmla="*/ 14576 w 10774074"/>
              <a:gd name="connsiteY3" fmla="*/ 0 h 3983209"/>
              <a:gd name="connsiteX4" fmla="*/ 2228387 w 10774074"/>
              <a:gd name="connsiteY4" fmla="*/ 74322 h 3983209"/>
              <a:gd name="connsiteX5" fmla="*/ 5404918 w 10774074"/>
              <a:gd name="connsiteY5" fmla="*/ 2710148 h 3983209"/>
              <a:gd name="connsiteX6" fmla="*/ 5401974 w 10774074"/>
              <a:gd name="connsiteY6" fmla="*/ 3362785 h 3983209"/>
              <a:gd name="connsiteX7" fmla="*/ 9618605 w 10774074"/>
              <a:gd name="connsiteY7" fmla="*/ 3337759 h 3983209"/>
              <a:gd name="connsiteX8" fmla="*/ 9626833 w 10774074"/>
              <a:gd name="connsiteY8" fmla="*/ 2697680 h 3983209"/>
              <a:gd name="connsiteX9" fmla="*/ 10774074 w 10774074"/>
              <a:gd name="connsiteY9" fmla="*/ 2681055 h 3983209"/>
              <a:gd name="connsiteX0" fmla="*/ 1712162 w 10774074"/>
              <a:gd name="connsiteY0" fmla="*/ 4151775 h 4151775"/>
              <a:gd name="connsiteX1" fmla="*/ 1697181 w 10774074"/>
              <a:gd name="connsiteY1" fmla="*/ 624321 h 4151775"/>
              <a:gd name="connsiteX2" fmla="*/ 0 w 10774074"/>
              <a:gd name="connsiteY2" fmla="*/ 630815 h 4151775"/>
              <a:gd name="connsiteX3" fmla="*/ 14576 w 10774074"/>
              <a:gd name="connsiteY3" fmla="*/ 168566 h 4151775"/>
              <a:gd name="connsiteX4" fmla="*/ 1714037 w 10774074"/>
              <a:gd name="connsiteY4" fmla="*/ 0 h 4151775"/>
              <a:gd name="connsiteX5" fmla="*/ 5404918 w 10774074"/>
              <a:gd name="connsiteY5" fmla="*/ 2878714 h 4151775"/>
              <a:gd name="connsiteX6" fmla="*/ 5401974 w 10774074"/>
              <a:gd name="connsiteY6" fmla="*/ 3531351 h 4151775"/>
              <a:gd name="connsiteX7" fmla="*/ 9618605 w 10774074"/>
              <a:gd name="connsiteY7" fmla="*/ 3506325 h 4151775"/>
              <a:gd name="connsiteX8" fmla="*/ 9626833 w 10774074"/>
              <a:gd name="connsiteY8" fmla="*/ 2866246 h 4151775"/>
              <a:gd name="connsiteX9" fmla="*/ 10774074 w 10774074"/>
              <a:gd name="connsiteY9" fmla="*/ 2849621 h 4151775"/>
              <a:gd name="connsiteX0" fmla="*/ 1712162 w 10774074"/>
              <a:gd name="connsiteY0" fmla="*/ 4187997 h 4187997"/>
              <a:gd name="connsiteX1" fmla="*/ 1697181 w 10774074"/>
              <a:gd name="connsiteY1" fmla="*/ 660543 h 4187997"/>
              <a:gd name="connsiteX2" fmla="*/ 0 w 10774074"/>
              <a:gd name="connsiteY2" fmla="*/ 667037 h 4187997"/>
              <a:gd name="connsiteX3" fmla="*/ 14576 w 10774074"/>
              <a:gd name="connsiteY3" fmla="*/ 0 h 4187997"/>
              <a:gd name="connsiteX4" fmla="*/ 1714037 w 10774074"/>
              <a:gd name="connsiteY4" fmla="*/ 36222 h 4187997"/>
              <a:gd name="connsiteX5" fmla="*/ 5404918 w 10774074"/>
              <a:gd name="connsiteY5" fmla="*/ 2914936 h 4187997"/>
              <a:gd name="connsiteX6" fmla="*/ 5401974 w 10774074"/>
              <a:gd name="connsiteY6" fmla="*/ 3567573 h 4187997"/>
              <a:gd name="connsiteX7" fmla="*/ 9618605 w 10774074"/>
              <a:gd name="connsiteY7" fmla="*/ 3542547 h 4187997"/>
              <a:gd name="connsiteX8" fmla="*/ 9626833 w 10774074"/>
              <a:gd name="connsiteY8" fmla="*/ 2902468 h 4187997"/>
              <a:gd name="connsiteX9" fmla="*/ 10774074 w 10774074"/>
              <a:gd name="connsiteY9" fmla="*/ 2885843 h 4187997"/>
              <a:gd name="connsiteX0" fmla="*/ 1712162 w 10774074"/>
              <a:gd name="connsiteY0" fmla="*/ 4187997 h 4187997"/>
              <a:gd name="connsiteX1" fmla="*/ 1697181 w 10774074"/>
              <a:gd name="connsiteY1" fmla="*/ 660543 h 4187997"/>
              <a:gd name="connsiteX2" fmla="*/ 0 w 10774074"/>
              <a:gd name="connsiteY2" fmla="*/ 667037 h 4187997"/>
              <a:gd name="connsiteX3" fmla="*/ 14576 w 10774074"/>
              <a:gd name="connsiteY3" fmla="*/ 0 h 4187997"/>
              <a:gd name="connsiteX4" fmla="*/ 1952162 w 10774074"/>
              <a:gd name="connsiteY4" fmla="*/ 7647 h 4187997"/>
              <a:gd name="connsiteX5" fmla="*/ 5404918 w 10774074"/>
              <a:gd name="connsiteY5" fmla="*/ 2914936 h 4187997"/>
              <a:gd name="connsiteX6" fmla="*/ 5401974 w 10774074"/>
              <a:gd name="connsiteY6" fmla="*/ 3567573 h 4187997"/>
              <a:gd name="connsiteX7" fmla="*/ 9618605 w 10774074"/>
              <a:gd name="connsiteY7" fmla="*/ 3542547 h 4187997"/>
              <a:gd name="connsiteX8" fmla="*/ 9626833 w 10774074"/>
              <a:gd name="connsiteY8" fmla="*/ 2902468 h 4187997"/>
              <a:gd name="connsiteX9" fmla="*/ 10774074 w 10774074"/>
              <a:gd name="connsiteY9" fmla="*/ 2885843 h 4187997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5401974 w 10774074"/>
              <a:gd name="connsiteY6" fmla="*/ 5753275 h 6373699"/>
              <a:gd name="connsiteX7" fmla="*/ 9618605 w 10774074"/>
              <a:gd name="connsiteY7" fmla="*/ 5728249 h 6373699"/>
              <a:gd name="connsiteX8" fmla="*/ 9626833 w 10774074"/>
              <a:gd name="connsiteY8" fmla="*/ 5088170 h 6373699"/>
              <a:gd name="connsiteX9" fmla="*/ 10774074 w 10774074"/>
              <a:gd name="connsiteY9" fmla="*/ 5071545 h 6373699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9618605 w 10774074"/>
              <a:gd name="connsiteY6" fmla="*/ 5728249 h 6373699"/>
              <a:gd name="connsiteX7" fmla="*/ 9626833 w 10774074"/>
              <a:gd name="connsiteY7" fmla="*/ 5088170 h 6373699"/>
              <a:gd name="connsiteX8" fmla="*/ 10774074 w 10774074"/>
              <a:gd name="connsiteY8" fmla="*/ 5071545 h 6373699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9626833 w 10774074"/>
              <a:gd name="connsiteY6" fmla="*/ 5088170 h 6373699"/>
              <a:gd name="connsiteX7" fmla="*/ 10774074 w 10774074"/>
              <a:gd name="connsiteY7" fmla="*/ 5071545 h 6373699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10774074 w 10774074"/>
              <a:gd name="connsiteY6" fmla="*/ 5071545 h 6373699"/>
              <a:gd name="connsiteX0" fmla="*/ 1712162 w 1971156"/>
              <a:gd name="connsiteY0" fmla="*/ 6373699 h 6373699"/>
              <a:gd name="connsiteX1" fmla="*/ 1697181 w 1971156"/>
              <a:gd name="connsiteY1" fmla="*/ 2846245 h 6373699"/>
              <a:gd name="connsiteX2" fmla="*/ 0 w 1971156"/>
              <a:gd name="connsiteY2" fmla="*/ 2852739 h 6373699"/>
              <a:gd name="connsiteX3" fmla="*/ 14576 w 1971156"/>
              <a:gd name="connsiteY3" fmla="*/ 2185702 h 6373699"/>
              <a:gd name="connsiteX4" fmla="*/ 1952162 w 1971156"/>
              <a:gd name="connsiteY4" fmla="*/ 2193349 h 6373699"/>
              <a:gd name="connsiteX5" fmla="*/ 1971156 w 1971156"/>
              <a:gd name="connsiteY5" fmla="*/ 0 h 6373699"/>
              <a:gd name="connsiteX0" fmla="*/ 1712162 w 2880794"/>
              <a:gd name="connsiteY0" fmla="*/ 6087949 h 6087949"/>
              <a:gd name="connsiteX1" fmla="*/ 1697181 w 2880794"/>
              <a:gd name="connsiteY1" fmla="*/ 2560495 h 6087949"/>
              <a:gd name="connsiteX2" fmla="*/ 0 w 2880794"/>
              <a:gd name="connsiteY2" fmla="*/ 2566989 h 6087949"/>
              <a:gd name="connsiteX3" fmla="*/ 14576 w 2880794"/>
              <a:gd name="connsiteY3" fmla="*/ 1899952 h 6087949"/>
              <a:gd name="connsiteX4" fmla="*/ 1952162 w 2880794"/>
              <a:gd name="connsiteY4" fmla="*/ 1907599 h 6087949"/>
              <a:gd name="connsiteX5" fmla="*/ 2880794 w 2880794"/>
              <a:gd name="connsiteY5" fmla="*/ 0 h 6087949"/>
              <a:gd name="connsiteX0" fmla="*/ 1712162 w 2880794"/>
              <a:gd name="connsiteY0" fmla="*/ 6087949 h 6087949"/>
              <a:gd name="connsiteX1" fmla="*/ 1697181 w 2880794"/>
              <a:gd name="connsiteY1" fmla="*/ 2560495 h 6087949"/>
              <a:gd name="connsiteX2" fmla="*/ 0 w 2880794"/>
              <a:gd name="connsiteY2" fmla="*/ 2566989 h 6087949"/>
              <a:gd name="connsiteX3" fmla="*/ 14576 w 2880794"/>
              <a:gd name="connsiteY3" fmla="*/ 1899952 h 6087949"/>
              <a:gd name="connsiteX4" fmla="*/ 1142537 w 2880794"/>
              <a:gd name="connsiteY4" fmla="*/ 2599 h 6087949"/>
              <a:gd name="connsiteX5" fmla="*/ 2880794 w 2880794"/>
              <a:gd name="connsiteY5" fmla="*/ 0 h 6087949"/>
              <a:gd name="connsiteX0" fmla="*/ 1712162 w 2880794"/>
              <a:gd name="connsiteY0" fmla="*/ 6087949 h 6087949"/>
              <a:gd name="connsiteX1" fmla="*/ 1697181 w 2880794"/>
              <a:gd name="connsiteY1" fmla="*/ 2560495 h 6087949"/>
              <a:gd name="connsiteX2" fmla="*/ 0 w 2880794"/>
              <a:gd name="connsiteY2" fmla="*/ 2566989 h 6087949"/>
              <a:gd name="connsiteX3" fmla="*/ 1152814 w 2880794"/>
              <a:gd name="connsiteY3" fmla="*/ 1914239 h 6087949"/>
              <a:gd name="connsiteX4" fmla="*/ 1142537 w 2880794"/>
              <a:gd name="connsiteY4" fmla="*/ 2599 h 6087949"/>
              <a:gd name="connsiteX5" fmla="*/ 2880794 w 2880794"/>
              <a:gd name="connsiteY5" fmla="*/ 0 h 6087949"/>
              <a:gd name="connsiteX0" fmla="*/ 2245562 w 3414194"/>
              <a:gd name="connsiteY0" fmla="*/ 6087949 h 6087949"/>
              <a:gd name="connsiteX1" fmla="*/ 2230581 w 3414194"/>
              <a:gd name="connsiteY1" fmla="*/ 2560495 h 6087949"/>
              <a:gd name="connsiteX2" fmla="*/ 0 w 3414194"/>
              <a:gd name="connsiteY2" fmla="*/ 1919289 h 6087949"/>
              <a:gd name="connsiteX3" fmla="*/ 1686214 w 3414194"/>
              <a:gd name="connsiteY3" fmla="*/ 1914239 h 6087949"/>
              <a:gd name="connsiteX4" fmla="*/ 1675937 w 3414194"/>
              <a:gd name="connsiteY4" fmla="*/ 2599 h 6087949"/>
              <a:gd name="connsiteX5" fmla="*/ 3414194 w 3414194"/>
              <a:gd name="connsiteY5" fmla="*/ 0 h 6087949"/>
              <a:gd name="connsiteX0" fmla="*/ 2245562 w 3414194"/>
              <a:gd name="connsiteY0" fmla="*/ 6087949 h 6087949"/>
              <a:gd name="connsiteX1" fmla="*/ 0 w 3414194"/>
              <a:gd name="connsiteY1" fmla="*/ 1919289 h 6087949"/>
              <a:gd name="connsiteX2" fmla="*/ 1686214 w 3414194"/>
              <a:gd name="connsiteY2" fmla="*/ 1914239 h 6087949"/>
              <a:gd name="connsiteX3" fmla="*/ 1675937 w 3414194"/>
              <a:gd name="connsiteY3" fmla="*/ 2599 h 6087949"/>
              <a:gd name="connsiteX4" fmla="*/ 3414194 w 3414194"/>
              <a:gd name="connsiteY4" fmla="*/ 0 h 6087949"/>
              <a:gd name="connsiteX0" fmla="*/ 0 w 3414194"/>
              <a:gd name="connsiteY0" fmla="*/ 1919289 h 1919289"/>
              <a:gd name="connsiteX1" fmla="*/ 1686214 w 3414194"/>
              <a:gd name="connsiteY1" fmla="*/ 1914239 h 1919289"/>
              <a:gd name="connsiteX2" fmla="*/ 1675937 w 3414194"/>
              <a:gd name="connsiteY2" fmla="*/ 2599 h 1919289"/>
              <a:gd name="connsiteX3" fmla="*/ 3414194 w 3414194"/>
              <a:gd name="connsiteY3" fmla="*/ 0 h 1919289"/>
              <a:gd name="connsiteX0" fmla="*/ 0 w 3971407"/>
              <a:gd name="connsiteY0" fmla="*/ 1916690 h 1916690"/>
              <a:gd name="connsiteX1" fmla="*/ 1686214 w 3971407"/>
              <a:gd name="connsiteY1" fmla="*/ 1911640 h 1916690"/>
              <a:gd name="connsiteX2" fmla="*/ 1675937 w 3971407"/>
              <a:gd name="connsiteY2" fmla="*/ 0 h 1916690"/>
              <a:gd name="connsiteX3" fmla="*/ 3971407 w 3971407"/>
              <a:gd name="connsiteY3" fmla="*/ 16451 h 1916690"/>
              <a:gd name="connsiteX0" fmla="*/ 0 w 3385620"/>
              <a:gd name="connsiteY0" fmla="*/ 1916690 h 1916690"/>
              <a:gd name="connsiteX1" fmla="*/ 1686214 w 3385620"/>
              <a:gd name="connsiteY1" fmla="*/ 1911640 h 1916690"/>
              <a:gd name="connsiteX2" fmla="*/ 1675937 w 3385620"/>
              <a:gd name="connsiteY2" fmla="*/ 0 h 1916690"/>
              <a:gd name="connsiteX3" fmla="*/ 3385620 w 3385620"/>
              <a:gd name="connsiteY3" fmla="*/ 2163 h 1916690"/>
              <a:gd name="connsiteX0" fmla="*/ 0 w 3385620"/>
              <a:gd name="connsiteY0" fmla="*/ 2233614 h 2233614"/>
              <a:gd name="connsiteX1" fmla="*/ 1686214 w 3385620"/>
              <a:gd name="connsiteY1" fmla="*/ 2228564 h 2233614"/>
              <a:gd name="connsiteX2" fmla="*/ 1675937 w 3385620"/>
              <a:gd name="connsiteY2" fmla="*/ 316924 h 2233614"/>
              <a:gd name="connsiteX3" fmla="*/ 3385620 w 3385620"/>
              <a:gd name="connsiteY3" fmla="*/ 0 h 2233614"/>
              <a:gd name="connsiteX0" fmla="*/ 0 w 3385620"/>
              <a:gd name="connsiteY0" fmla="*/ 2233614 h 2233614"/>
              <a:gd name="connsiteX1" fmla="*/ 1686214 w 3385620"/>
              <a:gd name="connsiteY1" fmla="*/ 2228564 h 2233614"/>
              <a:gd name="connsiteX2" fmla="*/ 1675937 w 3385620"/>
              <a:gd name="connsiteY2" fmla="*/ 316924 h 2233614"/>
              <a:gd name="connsiteX3" fmla="*/ 2435284 w 3385620"/>
              <a:gd name="connsiteY3" fmla="*/ 172923 h 2233614"/>
              <a:gd name="connsiteX4" fmla="*/ 3385620 w 3385620"/>
              <a:gd name="connsiteY4" fmla="*/ 0 h 2233614"/>
              <a:gd name="connsiteX0" fmla="*/ 0 w 3411596"/>
              <a:gd name="connsiteY0" fmla="*/ 2233614 h 2233614"/>
              <a:gd name="connsiteX1" fmla="*/ 1686214 w 3411596"/>
              <a:gd name="connsiteY1" fmla="*/ 2228564 h 2233614"/>
              <a:gd name="connsiteX2" fmla="*/ 1675937 w 3411596"/>
              <a:gd name="connsiteY2" fmla="*/ 316924 h 2233614"/>
              <a:gd name="connsiteX3" fmla="*/ 3411596 w 3411596"/>
              <a:gd name="connsiteY3" fmla="*/ 315798 h 2233614"/>
              <a:gd name="connsiteX4" fmla="*/ 3385620 w 3411596"/>
              <a:gd name="connsiteY4" fmla="*/ 0 h 2233614"/>
              <a:gd name="connsiteX0" fmla="*/ 0 w 3385620"/>
              <a:gd name="connsiteY0" fmla="*/ 2233614 h 2233614"/>
              <a:gd name="connsiteX1" fmla="*/ 1686214 w 3385620"/>
              <a:gd name="connsiteY1" fmla="*/ 2228564 h 2233614"/>
              <a:gd name="connsiteX2" fmla="*/ 1675937 w 3385620"/>
              <a:gd name="connsiteY2" fmla="*/ 316924 h 2233614"/>
              <a:gd name="connsiteX3" fmla="*/ 2821046 w 3385620"/>
              <a:gd name="connsiteY3" fmla="*/ 320561 h 2233614"/>
              <a:gd name="connsiteX4" fmla="*/ 3385620 w 3385620"/>
              <a:gd name="connsiteY4" fmla="*/ 0 h 2233614"/>
              <a:gd name="connsiteX0" fmla="*/ 0 w 2842695"/>
              <a:gd name="connsiteY0" fmla="*/ 2257427 h 2257427"/>
              <a:gd name="connsiteX1" fmla="*/ 1686214 w 2842695"/>
              <a:gd name="connsiteY1" fmla="*/ 2252377 h 2257427"/>
              <a:gd name="connsiteX2" fmla="*/ 1675937 w 2842695"/>
              <a:gd name="connsiteY2" fmla="*/ 340737 h 2257427"/>
              <a:gd name="connsiteX3" fmla="*/ 2821046 w 2842695"/>
              <a:gd name="connsiteY3" fmla="*/ 344374 h 2257427"/>
              <a:gd name="connsiteX4" fmla="*/ 2842695 w 2842695"/>
              <a:gd name="connsiteY4" fmla="*/ 0 h 2257427"/>
              <a:gd name="connsiteX0" fmla="*/ 0 w 2842695"/>
              <a:gd name="connsiteY0" fmla="*/ 2257427 h 2257427"/>
              <a:gd name="connsiteX1" fmla="*/ 1686214 w 2842695"/>
              <a:gd name="connsiteY1" fmla="*/ 2252377 h 2257427"/>
              <a:gd name="connsiteX2" fmla="*/ 1678048 w 2842695"/>
              <a:gd name="connsiteY2" fmla="*/ 1825512 h 2257427"/>
              <a:gd name="connsiteX3" fmla="*/ 1675937 w 2842695"/>
              <a:gd name="connsiteY3" fmla="*/ 340737 h 2257427"/>
              <a:gd name="connsiteX4" fmla="*/ 2821046 w 2842695"/>
              <a:gd name="connsiteY4" fmla="*/ 344374 h 2257427"/>
              <a:gd name="connsiteX5" fmla="*/ 2842695 w 2842695"/>
              <a:gd name="connsiteY5" fmla="*/ 0 h 2257427"/>
              <a:gd name="connsiteX0" fmla="*/ 0 w 2842695"/>
              <a:gd name="connsiteY0" fmla="*/ 2257427 h 2257427"/>
              <a:gd name="connsiteX1" fmla="*/ 1686214 w 2842695"/>
              <a:gd name="connsiteY1" fmla="*/ 2252377 h 2257427"/>
              <a:gd name="connsiteX2" fmla="*/ 1673286 w 2842695"/>
              <a:gd name="connsiteY2" fmla="*/ 1830274 h 2257427"/>
              <a:gd name="connsiteX3" fmla="*/ 1675937 w 2842695"/>
              <a:gd name="connsiteY3" fmla="*/ 340737 h 2257427"/>
              <a:gd name="connsiteX4" fmla="*/ 2821046 w 2842695"/>
              <a:gd name="connsiteY4" fmla="*/ 344374 h 2257427"/>
              <a:gd name="connsiteX5" fmla="*/ 2842695 w 2842695"/>
              <a:gd name="connsiteY5" fmla="*/ 0 h 2257427"/>
              <a:gd name="connsiteX0" fmla="*/ 0 w 2842695"/>
              <a:gd name="connsiteY0" fmla="*/ 2257427 h 2257427"/>
              <a:gd name="connsiteX1" fmla="*/ 1686214 w 2842695"/>
              <a:gd name="connsiteY1" fmla="*/ 2252377 h 2257427"/>
              <a:gd name="connsiteX2" fmla="*/ 1673286 w 2842695"/>
              <a:gd name="connsiteY2" fmla="*/ 1830274 h 2257427"/>
              <a:gd name="connsiteX3" fmla="*/ 1601848 w 2842695"/>
              <a:gd name="connsiteY3" fmla="*/ 1182575 h 2257427"/>
              <a:gd name="connsiteX4" fmla="*/ 1675937 w 2842695"/>
              <a:gd name="connsiteY4" fmla="*/ 340737 h 2257427"/>
              <a:gd name="connsiteX5" fmla="*/ 2821046 w 2842695"/>
              <a:gd name="connsiteY5" fmla="*/ 344374 h 2257427"/>
              <a:gd name="connsiteX6" fmla="*/ 2842695 w 2842695"/>
              <a:gd name="connsiteY6" fmla="*/ 0 h 2257427"/>
              <a:gd name="connsiteX0" fmla="*/ 0 w 2842695"/>
              <a:gd name="connsiteY0" fmla="*/ 2257427 h 2257427"/>
              <a:gd name="connsiteX1" fmla="*/ 1686214 w 2842695"/>
              <a:gd name="connsiteY1" fmla="*/ 2252377 h 2257427"/>
              <a:gd name="connsiteX2" fmla="*/ 1673286 w 2842695"/>
              <a:gd name="connsiteY2" fmla="*/ 1830274 h 2257427"/>
              <a:gd name="connsiteX3" fmla="*/ 2587686 w 2842695"/>
              <a:gd name="connsiteY3" fmla="*/ 1701688 h 2257427"/>
              <a:gd name="connsiteX4" fmla="*/ 1675937 w 2842695"/>
              <a:gd name="connsiteY4" fmla="*/ 340737 h 2257427"/>
              <a:gd name="connsiteX5" fmla="*/ 2821046 w 2842695"/>
              <a:gd name="connsiteY5" fmla="*/ 344374 h 2257427"/>
              <a:gd name="connsiteX6" fmla="*/ 2842695 w 2842695"/>
              <a:gd name="connsiteY6" fmla="*/ 0 h 2257427"/>
              <a:gd name="connsiteX0" fmla="*/ 0 w 2842695"/>
              <a:gd name="connsiteY0" fmla="*/ 2257427 h 2257427"/>
              <a:gd name="connsiteX1" fmla="*/ 1686214 w 2842695"/>
              <a:gd name="connsiteY1" fmla="*/ 2252377 h 2257427"/>
              <a:gd name="connsiteX2" fmla="*/ 1673286 w 2842695"/>
              <a:gd name="connsiteY2" fmla="*/ 1830274 h 2257427"/>
              <a:gd name="connsiteX3" fmla="*/ 2587686 w 2842695"/>
              <a:gd name="connsiteY3" fmla="*/ 1701688 h 2257427"/>
              <a:gd name="connsiteX4" fmla="*/ 2016185 w 2842695"/>
              <a:gd name="connsiteY4" fmla="*/ 949212 h 2257427"/>
              <a:gd name="connsiteX5" fmla="*/ 1675937 w 2842695"/>
              <a:gd name="connsiteY5" fmla="*/ 340737 h 2257427"/>
              <a:gd name="connsiteX6" fmla="*/ 2821046 w 2842695"/>
              <a:gd name="connsiteY6" fmla="*/ 344374 h 2257427"/>
              <a:gd name="connsiteX7" fmla="*/ 2842695 w 2842695"/>
              <a:gd name="connsiteY7" fmla="*/ 0 h 2257427"/>
              <a:gd name="connsiteX0" fmla="*/ 0 w 2842695"/>
              <a:gd name="connsiteY0" fmla="*/ 2257427 h 2257427"/>
              <a:gd name="connsiteX1" fmla="*/ 1686214 w 2842695"/>
              <a:gd name="connsiteY1" fmla="*/ 2252377 h 2257427"/>
              <a:gd name="connsiteX2" fmla="*/ 1673286 w 2842695"/>
              <a:gd name="connsiteY2" fmla="*/ 1830274 h 2257427"/>
              <a:gd name="connsiteX3" fmla="*/ 2587686 w 2842695"/>
              <a:gd name="connsiteY3" fmla="*/ 1701688 h 2257427"/>
              <a:gd name="connsiteX4" fmla="*/ 1744722 w 2842695"/>
              <a:gd name="connsiteY4" fmla="*/ 1468324 h 2257427"/>
              <a:gd name="connsiteX5" fmla="*/ 1675937 w 2842695"/>
              <a:gd name="connsiteY5" fmla="*/ 340737 h 2257427"/>
              <a:gd name="connsiteX6" fmla="*/ 2821046 w 2842695"/>
              <a:gd name="connsiteY6" fmla="*/ 344374 h 2257427"/>
              <a:gd name="connsiteX7" fmla="*/ 2842695 w 2842695"/>
              <a:gd name="connsiteY7" fmla="*/ 0 h 2257427"/>
              <a:gd name="connsiteX0" fmla="*/ 0 w 2842695"/>
              <a:gd name="connsiteY0" fmla="*/ 2257427 h 2257427"/>
              <a:gd name="connsiteX1" fmla="*/ 1686214 w 2842695"/>
              <a:gd name="connsiteY1" fmla="*/ 2252377 h 2257427"/>
              <a:gd name="connsiteX2" fmla="*/ 1673286 w 2842695"/>
              <a:gd name="connsiteY2" fmla="*/ 1830274 h 2257427"/>
              <a:gd name="connsiteX3" fmla="*/ 2587686 w 2842695"/>
              <a:gd name="connsiteY3" fmla="*/ 1701688 h 2257427"/>
              <a:gd name="connsiteX4" fmla="*/ 2163823 w 2842695"/>
              <a:gd name="connsiteY4" fmla="*/ 1615962 h 2257427"/>
              <a:gd name="connsiteX5" fmla="*/ 1744722 w 2842695"/>
              <a:gd name="connsiteY5" fmla="*/ 1468324 h 2257427"/>
              <a:gd name="connsiteX6" fmla="*/ 1675937 w 2842695"/>
              <a:gd name="connsiteY6" fmla="*/ 340737 h 2257427"/>
              <a:gd name="connsiteX7" fmla="*/ 2821046 w 2842695"/>
              <a:gd name="connsiteY7" fmla="*/ 344374 h 2257427"/>
              <a:gd name="connsiteX8" fmla="*/ 2842695 w 2842695"/>
              <a:gd name="connsiteY8" fmla="*/ 0 h 2257427"/>
              <a:gd name="connsiteX0" fmla="*/ 0 w 2842695"/>
              <a:gd name="connsiteY0" fmla="*/ 2257427 h 2257427"/>
              <a:gd name="connsiteX1" fmla="*/ 1686214 w 2842695"/>
              <a:gd name="connsiteY1" fmla="*/ 2252377 h 2257427"/>
              <a:gd name="connsiteX2" fmla="*/ 1673286 w 2842695"/>
              <a:gd name="connsiteY2" fmla="*/ 1830274 h 2257427"/>
              <a:gd name="connsiteX3" fmla="*/ 2587686 w 2842695"/>
              <a:gd name="connsiteY3" fmla="*/ 1701688 h 2257427"/>
              <a:gd name="connsiteX4" fmla="*/ 2568635 w 2842695"/>
              <a:gd name="connsiteY4" fmla="*/ 1558812 h 2257427"/>
              <a:gd name="connsiteX5" fmla="*/ 1744722 w 2842695"/>
              <a:gd name="connsiteY5" fmla="*/ 1468324 h 2257427"/>
              <a:gd name="connsiteX6" fmla="*/ 1675937 w 2842695"/>
              <a:gd name="connsiteY6" fmla="*/ 340737 h 2257427"/>
              <a:gd name="connsiteX7" fmla="*/ 2821046 w 2842695"/>
              <a:gd name="connsiteY7" fmla="*/ 344374 h 2257427"/>
              <a:gd name="connsiteX8" fmla="*/ 2842695 w 2842695"/>
              <a:gd name="connsiteY8" fmla="*/ 0 h 2257427"/>
              <a:gd name="connsiteX0" fmla="*/ 0 w 2842695"/>
              <a:gd name="connsiteY0" fmla="*/ 2257427 h 2257427"/>
              <a:gd name="connsiteX1" fmla="*/ 1686214 w 2842695"/>
              <a:gd name="connsiteY1" fmla="*/ 2252377 h 2257427"/>
              <a:gd name="connsiteX2" fmla="*/ 1673286 w 2842695"/>
              <a:gd name="connsiteY2" fmla="*/ 1830274 h 2257427"/>
              <a:gd name="connsiteX3" fmla="*/ 2587686 w 2842695"/>
              <a:gd name="connsiteY3" fmla="*/ 1701688 h 2257427"/>
              <a:gd name="connsiteX4" fmla="*/ 2568635 w 2842695"/>
              <a:gd name="connsiteY4" fmla="*/ 1558812 h 2257427"/>
              <a:gd name="connsiteX5" fmla="*/ 1744722 w 2842695"/>
              <a:gd name="connsiteY5" fmla="*/ 1468324 h 2257427"/>
              <a:gd name="connsiteX6" fmla="*/ 1675937 w 2842695"/>
              <a:gd name="connsiteY6" fmla="*/ 340737 h 2257427"/>
              <a:gd name="connsiteX7" fmla="*/ 2821046 w 2842695"/>
              <a:gd name="connsiteY7" fmla="*/ 344374 h 2257427"/>
              <a:gd name="connsiteX8" fmla="*/ 2842695 w 2842695"/>
              <a:gd name="connsiteY8" fmla="*/ 0 h 2257427"/>
              <a:gd name="connsiteX0" fmla="*/ 0 w 2842695"/>
              <a:gd name="connsiteY0" fmla="*/ 2257427 h 2257427"/>
              <a:gd name="connsiteX1" fmla="*/ 1686214 w 2842695"/>
              <a:gd name="connsiteY1" fmla="*/ 2252377 h 2257427"/>
              <a:gd name="connsiteX2" fmla="*/ 1673286 w 2842695"/>
              <a:gd name="connsiteY2" fmla="*/ 1830274 h 2257427"/>
              <a:gd name="connsiteX3" fmla="*/ 2587686 w 2842695"/>
              <a:gd name="connsiteY3" fmla="*/ 1701688 h 2257427"/>
              <a:gd name="connsiteX4" fmla="*/ 2568635 w 2842695"/>
              <a:gd name="connsiteY4" fmla="*/ 1558812 h 2257427"/>
              <a:gd name="connsiteX5" fmla="*/ 1744722 w 2842695"/>
              <a:gd name="connsiteY5" fmla="*/ 1468324 h 2257427"/>
              <a:gd name="connsiteX6" fmla="*/ 1675937 w 2842695"/>
              <a:gd name="connsiteY6" fmla="*/ 340737 h 2257427"/>
              <a:gd name="connsiteX7" fmla="*/ 2821046 w 2842695"/>
              <a:gd name="connsiteY7" fmla="*/ 344374 h 2257427"/>
              <a:gd name="connsiteX8" fmla="*/ 2842695 w 2842695"/>
              <a:gd name="connsiteY8" fmla="*/ 0 h 2257427"/>
              <a:gd name="connsiteX0" fmla="*/ 0 w 2842695"/>
              <a:gd name="connsiteY0" fmla="*/ 2257427 h 2257427"/>
              <a:gd name="connsiteX1" fmla="*/ 1686214 w 2842695"/>
              <a:gd name="connsiteY1" fmla="*/ 2252377 h 2257427"/>
              <a:gd name="connsiteX2" fmla="*/ 1673286 w 2842695"/>
              <a:gd name="connsiteY2" fmla="*/ 1830274 h 2257427"/>
              <a:gd name="connsiteX3" fmla="*/ 2587686 w 2842695"/>
              <a:gd name="connsiteY3" fmla="*/ 1701688 h 2257427"/>
              <a:gd name="connsiteX4" fmla="*/ 2568635 w 2842695"/>
              <a:gd name="connsiteY4" fmla="*/ 1558812 h 2257427"/>
              <a:gd name="connsiteX5" fmla="*/ 1744722 w 2842695"/>
              <a:gd name="connsiteY5" fmla="*/ 1468324 h 2257427"/>
              <a:gd name="connsiteX6" fmla="*/ 1675937 w 2842695"/>
              <a:gd name="connsiteY6" fmla="*/ 340737 h 2257427"/>
              <a:gd name="connsiteX7" fmla="*/ 2821046 w 2842695"/>
              <a:gd name="connsiteY7" fmla="*/ 344374 h 2257427"/>
              <a:gd name="connsiteX8" fmla="*/ 2842695 w 2842695"/>
              <a:gd name="connsiteY8" fmla="*/ 0 h 2257427"/>
              <a:gd name="connsiteX0" fmla="*/ 0 w 2842695"/>
              <a:gd name="connsiteY0" fmla="*/ 2257427 h 2257427"/>
              <a:gd name="connsiteX1" fmla="*/ 1686214 w 2842695"/>
              <a:gd name="connsiteY1" fmla="*/ 2252377 h 2257427"/>
              <a:gd name="connsiteX2" fmla="*/ 1673286 w 2842695"/>
              <a:gd name="connsiteY2" fmla="*/ 1830274 h 2257427"/>
              <a:gd name="connsiteX3" fmla="*/ 2587686 w 2842695"/>
              <a:gd name="connsiteY3" fmla="*/ 1701688 h 2257427"/>
              <a:gd name="connsiteX4" fmla="*/ 2568635 w 2842695"/>
              <a:gd name="connsiteY4" fmla="*/ 1558812 h 2257427"/>
              <a:gd name="connsiteX5" fmla="*/ 1744722 w 2842695"/>
              <a:gd name="connsiteY5" fmla="*/ 1468324 h 2257427"/>
              <a:gd name="connsiteX6" fmla="*/ 1675937 w 2842695"/>
              <a:gd name="connsiteY6" fmla="*/ 340737 h 2257427"/>
              <a:gd name="connsiteX7" fmla="*/ 2821046 w 2842695"/>
              <a:gd name="connsiteY7" fmla="*/ 344374 h 2257427"/>
              <a:gd name="connsiteX8" fmla="*/ 2842695 w 2842695"/>
              <a:gd name="connsiteY8" fmla="*/ 0 h 2257427"/>
              <a:gd name="connsiteX0" fmla="*/ 0 w 2842695"/>
              <a:gd name="connsiteY0" fmla="*/ 2257427 h 2257427"/>
              <a:gd name="connsiteX1" fmla="*/ 1686214 w 2842695"/>
              <a:gd name="connsiteY1" fmla="*/ 2252377 h 2257427"/>
              <a:gd name="connsiteX2" fmla="*/ 1673286 w 2842695"/>
              <a:gd name="connsiteY2" fmla="*/ 1830274 h 2257427"/>
              <a:gd name="connsiteX3" fmla="*/ 2587686 w 2842695"/>
              <a:gd name="connsiteY3" fmla="*/ 1701688 h 2257427"/>
              <a:gd name="connsiteX4" fmla="*/ 2568635 w 2842695"/>
              <a:gd name="connsiteY4" fmla="*/ 1558812 h 2257427"/>
              <a:gd name="connsiteX5" fmla="*/ 1744722 w 2842695"/>
              <a:gd name="connsiteY5" fmla="*/ 1468324 h 2257427"/>
              <a:gd name="connsiteX6" fmla="*/ 1675937 w 2842695"/>
              <a:gd name="connsiteY6" fmla="*/ 340737 h 2257427"/>
              <a:gd name="connsiteX7" fmla="*/ 2821046 w 2842695"/>
              <a:gd name="connsiteY7" fmla="*/ 344374 h 2257427"/>
              <a:gd name="connsiteX8" fmla="*/ 2842695 w 2842695"/>
              <a:gd name="connsiteY8" fmla="*/ 0 h 2257427"/>
              <a:gd name="connsiteX0" fmla="*/ 0 w 2842695"/>
              <a:gd name="connsiteY0" fmla="*/ 2257427 h 2257427"/>
              <a:gd name="connsiteX1" fmla="*/ 1686214 w 2842695"/>
              <a:gd name="connsiteY1" fmla="*/ 2252377 h 2257427"/>
              <a:gd name="connsiteX2" fmla="*/ 1673286 w 2842695"/>
              <a:gd name="connsiteY2" fmla="*/ 1830274 h 2257427"/>
              <a:gd name="connsiteX3" fmla="*/ 2587686 w 2842695"/>
              <a:gd name="connsiteY3" fmla="*/ 1701688 h 2257427"/>
              <a:gd name="connsiteX4" fmla="*/ 2568635 w 2842695"/>
              <a:gd name="connsiteY4" fmla="*/ 1558812 h 2257427"/>
              <a:gd name="connsiteX5" fmla="*/ 1744722 w 2842695"/>
              <a:gd name="connsiteY5" fmla="*/ 1468324 h 2257427"/>
              <a:gd name="connsiteX6" fmla="*/ 1675937 w 2842695"/>
              <a:gd name="connsiteY6" fmla="*/ 340737 h 2257427"/>
              <a:gd name="connsiteX7" fmla="*/ 2821046 w 2842695"/>
              <a:gd name="connsiteY7" fmla="*/ 344374 h 2257427"/>
              <a:gd name="connsiteX8" fmla="*/ 2842695 w 2842695"/>
              <a:gd name="connsiteY8" fmla="*/ 0 h 2257427"/>
              <a:gd name="connsiteX0" fmla="*/ 0 w 2842695"/>
              <a:gd name="connsiteY0" fmla="*/ 2257427 h 2257427"/>
              <a:gd name="connsiteX1" fmla="*/ 1686214 w 2842695"/>
              <a:gd name="connsiteY1" fmla="*/ 2252377 h 2257427"/>
              <a:gd name="connsiteX2" fmla="*/ 1673286 w 2842695"/>
              <a:gd name="connsiteY2" fmla="*/ 1830274 h 2257427"/>
              <a:gd name="connsiteX3" fmla="*/ 2587686 w 2842695"/>
              <a:gd name="connsiteY3" fmla="*/ 1701688 h 2257427"/>
              <a:gd name="connsiteX4" fmla="*/ 2568635 w 2842695"/>
              <a:gd name="connsiteY4" fmla="*/ 1558812 h 2257427"/>
              <a:gd name="connsiteX5" fmla="*/ 1744722 w 2842695"/>
              <a:gd name="connsiteY5" fmla="*/ 1468324 h 2257427"/>
              <a:gd name="connsiteX6" fmla="*/ 1675937 w 2842695"/>
              <a:gd name="connsiteY6" fmla="*/ 340737 h 2257427"/>
              <a:gd name="connsiteX7" fmla="*/ 2821046 w 2842695"/>
              <a:gd name="connsiteY7" fmla="*/ 344374 h 2257427"/>
              <a:gd name="connsiteX8" fmla="*/ 2842695 w 2842695"/>
              <a:gd name="connsiteY8" fmla="*/ 0 h 2257427"/>
              <a:gd name="connsiteX0" fmla="*/ 0 w 2842695"/>
              <a:gd name="connsiteY0" fmla="*/ 2257427 h 2257427"/>
              <a:gd name="connsiteX1" fmla="*/ 1686214 w 2842695"/>
              <a:gd name="connsiteY1" fmla="*/ 2252377 h 2257427"/>
              <a:gd name="connsiteX2" fmla="*/ 1673286 w 2842695"/>
              <a:gd name="connsiteY2" fmla="*/ 1830274 h 2257427"/>
              <a:gd name="connsiteX3" fmla="*/ 2587686 w 2842695"/>
              <a:gd name="connsiteY3" fmla="*/ 1701688 h 2257427"/>
              <a:gd name="connsiteX4" fmla="*/ 2568635 w 2842695"/>
              <a:gd name="connsiteY4" fmla="*/ 1558812 h 2257427"/>
              <a:gd name="connsiteX5" fmla="*/ 1744722 w 2842695"/>
              <a:gd name="connsiteY5" fmla="*/ 1468324 h 2257427"/>
              <a:gd name="connsiteX6" fmla="*/ 1675937 w 2842695"/>
              <a:gd name="connsiteY6" fmla="*/ 340737 h 2257427"/>
              <a:gd name="connsiteX7" fmla="*/ 2821046 w 2842695"/>
              <a:gd name="connsiteY7" fmla="*/ 344374 h 2257427"/>
              <a:gd name="connsiteX8" fmla="*/ 2842695 w 2842695"/>
              <a:gd name="connsiteY8" fmla="*/ 0 h 2257427"/>
              <a:gd name="connsiteX0" fmla="*/ 0 w 2842695"/>
              <a:gd name="connsiteY0" fmla="*/ 2257427 h 2257427"/>
              <a:gd name="connsiteX1" fmla="*/ 1686214 w 2842695"/>
              <a:gd name="connsiteY1" fmla="*/ 2252377 h 2257427"/>
              <a:gd name="connsiteX2" fmla="*/ 1673286 w 2842695"/>
              <a:gd name="connsiteY2" fmla="*/ 1830274 h 2257427"/>
              <a:gd name="connsiteX3" fmla="*/ 2578161 w 2842695"/>
              <a:gd name="connsiteY3" fmla="*/ 1777888 h 2257427"/>
              <a:gd name="connsiteX4" fmla="*/ 2568635 w 2842695"/>
              <a:gd name="connsiteY4" fmla="*/ 1558812 h 2257427"/>
              <a:gd name="connsiteX5" fmla="*/ 1744722 w 2842695"/>
              <a:gd name="connsiteY5" fmla="*/ 1468324 h 2257427"/>
              <a:gd name="connsiteX6" fmla="*/ 1675937 w 2842695"/>
              <a:gd name="connsiteY6" fmla="*/ 340737 h 2257427"/>
              <a:gd name="connsiteX7" fmla="*/ 2821046 w 2842695"/>
              <a:gd name="connsiteY7" fmla="*/ 344374 h 2257427"/>
              <a:gd name="connsiteX8" fmla="*/ 2842695 w 2842695"/>
              <a:gd name="connsiteY8" fmla="*/ 0 h 2257427"/>
              <a:gd name="connsiteX0" fmla="*/ 0 w 2842695"/>
              <a:gd name="connsiteY0" fmla="*/ 2257427 h 2257427"/>
              <a:gd name="connsiteX1" fmla="*/ 1686214 w 2842695"/>
              <a:gd name="connsiteY1" fmla="*/ 2252377 h 2257427"/>
              <a:gd name="connsiteX2" fmla="*/ 1673286 w 2842695"/>
              <a:gd name="connsiteY2" fmla="*/ 1830274 h 2257427"/>
              <a:gd name="connsiteX3" fmla="*/ 2578161 w 2842695"/>
              <a:gd name="connsiteY3" fmla="*/ 1777888 h 2257427"/>
              <a:gd name="connsiteX4" fmla="*/ 2601973 w 2842695"/>
              <a:gd name="connsiteY4" fmla="*/ 1644537 h 2257427"/>
              <a:gd name="connsiteX5" fmla="*/ 1744722 w 2842695"/>
              <a:gd name="connsiteY5" fmla="*/ 1468324 h 2257427"/>
              <a:gd name="connsiteX6" fmla="*/ 1675937 w 2842695"/>
              <a:gd name="connsiteY6" fmla="*/ 340737 h 2257427"/>
              <a:gd name="connsiteX7" fmla="*/ 2821046 w 2842695"/>
              <a:gd name="connsiteY7" fmla="*/ 344374 h 2257427"/>
              <a:gd name="connsiteX8" fmla="*/ 2842695 w 2842695"/>
              <a:gd name="connsiteY8" fmla="*/ 0 h 2257427"/>
              <a:gd name="connsiteX0" fmla="*/ 0 w 2842695"/>
              <a:gd name="connsiteY0" fmla="*/ 2257427 h 2257427"/>
              <a:gd name="connsiteX1" fmla="*/ 1686214 w 2842695"/>
              <a:gd name="connsiteY1" fmla="*/ 2252377 h 2257427"/>
              <a:gd name="connsiteX2" fmla="*/ 1673286 w 2842695"/>
              <a:gd name="connsiteY2" fmla="*/ 1830274 h 2257427"/>
              <a:gd name="connsiteX3" fmla="*/ 2578161 w 2842695"/>
              <a:gd name="connsiteY3" fmla="*/ 1777888 h 2257427"/>
              <a:gd name="connsiteX4" fmla="*/ 2601973 w 2842695"/>
              <a:gd name="connsiteY4" fmla="*/ 1644537 h 2257427"/>
              <a:gd name="connsiteX5" fmla="*/ 1682809 w 2842695"/>
              <a:gd name="connsiteY5" fmla="*/ 1611199 h 2257427"/>
              <a:gd name="connsiteX6" fmla="*/ 1675937 w 2842695"/>
              <a:gd name="connsiteY6" fmla="*/ 340737 h 2257427"/>
              <a:gd name="connsiteX7" fmla="*/ 2821046 w 2842695"/>
              <a:gd name="connsiteY7" fmla="*/ 344374 h 2257427"/>
              <a:gd name="connsiteX8" fmla="*/ 2842695 w 2842695"/>
              <a:gd name="connsiteY8" fmla="*/ 0 h 2257427"/>
              <a:gd name="connsiteX0" fmla="*/ 0 w 2842695"/>
              <a:gd name="connsiteY0" fmla="*/ 2257427 h 2257427"/>
              <a:gd name="connsiteX1" fmla="*/ 1686214 w 2842695"/>
              <a:gd name="connsiteY1" fmla="*/ 2252377 h 2257427"/>
              <a:gd name="connsiteX2" fmla="*/ 1673286 w 2842695"/>
              <a:gd name="connsiteY2" fmla="*/ 1830274 h 2257427"/>
              <a:gd name="connsiteX3" fmla="*/ 2578161 w 2842695"/>
              <a:gd name="connsiteY3" fmla="*/ 1777888 h 2257427"/>
              <a:gd name="connsiteX4" fmla="*/ 2601973 w 2842695"/>
              <a:gd name="connsiteY4" fmla="*/ 1644537 h 2257427"/>
              <a:gd name="connsiteX5" fmla="*/ 1682809 w 2842695"/>
              <a:gd name="connsiteY5" fmla="*/ 1611199 h 2257427"/>
              <a:gd name="connsiteX6" fmla="*/ 1675937 w 2842695"/>
              <a:gd name="connsiteY6" fmla="*/ 340737 h 2257427"/>
              <a:gd name="connsiteX7" fmla="*/ 2821046 w 2842695"/>
              <a:gd name="connsiteY7" fmla="*/ 344374 h 2257427"/>
              <a:gd name="connsiteX8" fmla="*/ 2842695 w 2842695"/>
              <a:gd name="connsiteY8" fmla="*/ 0 h 2257427"/>
              <a:gd name="connsiteX0" fmla="*/ 0 w 2842695"/>
              <a:gd name="connsiteY0" fmla="*/ 2257427 h 2257427"/>
              <a:gd name="connsiteX1" fmla="*/ 1686214 w 2842695"/>
              <a:gd name="connsiteY1" fmla="*/ 2252377 h 2257427"/>
              <a:gd name="connsiteX2" fmla="*/ 1678049 w 2842695"/>
              <a:gd name="connsiteY2" fmla="*/ 1777887 h 2257427"/>
              <a:gd name="connsiteX3" fmla="*/ 2578161 w 2842695"/>
              <a:gd name="connsiteY3" fmla="*/ 1777888 h 2257427"/>
              <a:gd name="connsiteX4" fmla="*/ 2601973 w 2842695"/>
              <a:gd name="connsiteY4" fmla="*/ 1644537 h 2257427"/>
              <a:gd name="connsiteX5" fmla="*/ 1682809 w 2842695"/>
              <a:gd name="connsiteY5" fmla="*/ 1611199 h 2257427"/>
              <a:gd name="connsiteX6" fmla="*/ 1675937 w 2842695"/>
              <a:gd name="connsiteY6" fmla="*/ 340737 h 2257427"/>
              <a:gd name="connsiteX7" fmla="*/ 2821046 w 2842695"/>
              <a:gd name="connsiteY7" fmla="*/ 344374 h 2257427"/>
              <a:gd name="connsiteX8" fmla="*/ 2842695 w 2842695"/>
              <a:gd name="connsiteY8" fmla="*/ 0 h 2257427"/>
              <a:gd name="connsiteX0" fmla="*/ 0 w 2842695"/>
              <a:gd name="connsiteY0" fmla="*/ 2257427 h 2257427"/>
              <a:gd name="connsiteX1" fmla="*/ 1686214 w 2842695"/>
              <a:gd name="connsiteY1" fmla="*/ 2252377 h 2257427"/>
              <a:gd name="connsiteX2" fmla="*/ 1678049 w 2842695"/>
              <a:gd name="connsiteY2" fmla="*/ 1777887 h 2257427"/>
              <a:gd name="connsiteX3" fmla="*/ 2606736 w 2842695"/>
              <a:gd name="connsiteY3" fmla="*/ 1777888 h 2257427"/>
              <a:gd name="connsiteX4" fmla="*/ 2601973 w 2842695"/>
              <a:gd name="connsiteY4" fmla="*/ 1644537 h 2257427"/>
              <a:gd name="connsiteX5" fmla="*/ 1682809 w 2842695"/>
              <a:gd name="connsiteY5" fmla="*/ 1611199 h 2257427"/>
              <a:gd name="connsiteX6" fmla="*/ 1675937 w 2842695"/>
              <a:gd name="connsiteY6" fmla="*/ 340737 h 2257427"/>
              <a:gd name="connsiteX7" fmla="*/ 2821046 w 2842695"/>
              <a:gd name="connsiteY7" fmla="*/ 344374 h 2257427"/>
              <a:gd name="connsiteX8" fmla="*/ 2842695 w 2842695"/>
              <a:gd name="connsiteY8" fmla="*/ 0 h 2257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42695" h="2257427">
                <a:moveTo>
                  <a:pt x="0" y="2257427"/>
                </a:moveTo>
                <a:lnTo>
                  <a:pt x="1686214" y="2252377"/>
                </a:lnTo>
                <a:cubicBezTo>
                  <a:pt x="1699189" y="2042279"/>
                  <a:pt x="1679762" y="2096494"/>
                  <a:pt x="1678049" y="1777887"/>
                </a:cubicBezTo>
                <a:cubicBezTo>
                  <a:pt x="1906876" y="1756749"/>
                  <a:pt x="2401507" y="1754681"/>
                  <a:pt x="2606736" y="1777888"/>
                </a:cubicBezTo>
                <a:cubicBezTo>
                  <a:pt x="2593242" y="1675494"/>
                  <a:pt x="2618642" y="1773918"/>
                  <a:pt x="2601973" y="1644537"/>
                </a:cubicBezTo>
                <a:cubicBezTo>
                  <a:pt x="2461479" y="1667556"/>
                  <a:pt x="1935573" y="1604661"/>
                  <a:pt x="1682809" y="1611199"/>
                </a:cubicBezTo>
                <a:cubicBezTo>
                  <a:pt x="1687220" y="1412949"/>
                  <a:pt x="1660856" y="655856"/>
                  <a:pt x="1675937" y="340737"/>
                </a:cubicBezTo>
                <a:lnTo>
                  <a:pt x="2821046" y="344374"/>
                </a:lnTo>
                <a:lnTo>
                  <a:pt x="2842695" y="0"/>
                </a:lnTo>
              </a:path>
            </a:pathLst>
          </a:cu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417ABA86-6EA3-EAE3-0016-50F17D84F6F3}"/>
              </a:ext>
            </a:extLst>
          </p:cNvPr>
          <p:cNvSpPr/>
          <p:nvPr/>
        </p:nvSpPr>
        <p:spPr>
          <a:xfrm>
            <a:off x="446031" y="3336753"/>
            <a:ext cx="2863908" cy="3529299"/>
          </a:xfrm>
          <a:custGeom>
            <a:avLst/>
            <a:gdLst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0678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9822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35200 w 10241280"/>
              <a:gd name="connsiteY3" fmla="*/ 446901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9106594 w 10241280"/>
              <a:gd name="connsiteY8" fmla="*/ 4788130 h 5370022"/>
              <a:gd name="connsiteX9" fmla="*/ 10241280 w 10241280"/>
              <a:gd name="connsiteY9" fmla="*/ 4796444 h 5370022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06594 w 10241280"/>
              <a:gd name="connsiteY8" fmla="*/ 4788130 h 5764875"/>
              <a:gd name="connsiteX9" fmla="*/ 10241280 w 10241280"/>
              <a:gd name="connsiteY9" fmla="*/ 4796444 h 5764875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31533 w 10241280"/>
              <a:gd name="connsiteY8" fmla="*/ 5124796 h 5764875"/>
              <a:gd name="connsiteX9" fmla="*/ 10241280 w 10241280"/>
              <a:gd name="connsiteY9" fmla="*/ 4796444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4110644 w 10245437"/>
              <a:gd name="connsiteY6" fmla="*/ 5370022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4585768 w 10245437"/>
              <a:gd name="connsiteY5" fmla="*/ 5132502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585768 w 10245437"/>
              <a:gd name="connsiteY5" fmla="*/ 5132502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852468 w 10245437"/>
              <a:gd name="connsiteY5" fmla="*/ 5137264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52468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34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07721 w 10245437"/>
              <a:gd name="connsiteY8" fmla="*/ 5100983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8196 w 10245437"/>
              <a:gd name="connsiteY8" fmla="*/ 5124796 h 5789901"/>
              <a:gd name="connsiteX9" fmla="*/ 10245437 w 10245437"/>
              <a:gd name="connsiteY9" fmla="*/ 5108171 h 5789901"/>
              <a:gd name="connsiteX0" fmla="*/ 1183525 w 10245437"/>
              <a:gd name="connsiteY0" fmla="*/ 4494241 h 4494241"/>
              <a:gd name="connsiteX1" fmla="*/ 20782 w 10245437"/>
              <a:gd name="connsiteY1" fmla="*/ 0 h 4494241"/>
              <a:gd name="connsiteX2" fmla="*/ 0 w 10245437"/>
              <a:gd name="connsiteY2" fmla="*/ 2535381 h 4494241"/>
              <a:gd name="connsiteX3" fmla="*/ 1133764 w 10245437"/>
              <a:gd name="connsiteY3" fmla="*/ 2544619 h 4494241"/>
              <a:gd name="connsiteX4" fmla="*/ 1142538 w 10245437"/>
              <a:gd name="connsiteY4" fmla="*/ 3214254 h 4494241"/>
              <a:gd name="connsiteX5" fmla="*/ 4876281 w 10245437"/>
              <a:gd name="connsiteY5" fmla="*/ 3221180 h 4494241"/>
              <a:gd name="connsiteX6" fmla="*/ 4873337 w 10245437"/>
              <a:gd name="connsiteY6" fmla="*/ 3873817 h 4494241"/>
              <a:gd name="connsiteX7" fmla="*/ 9089968 w 10245437"/>
              <a:gd name="connsiteY7" fmla="*/ 3848791 h 4494241"/>
              <a:gd name="connsiteX8" fmla="*/ 9098196 w 10245437"/>
              <a:gd name="connsiteY8" fmla="*/ 3208712 h 4494241"/>
              <a:gd name="connsiteX9" fmla="*/ 10245437 w 10245437"/>
              <a:gd name="connsiteY9" fmla="*/ 3192087 h 4494241"/>
              <a:gd name="connsiteX0" fmla="*/ 1183525 w 10245437"/>
              <a:gd name="connsiteY0" fmla="*/ 3527454 h 3527454"/>
              <a:gd name="connsiteX1" fmla="*/ 1168544 w 10245437"/>
              <a:gd name="connsiteY1" fmla="*/ 0 h 3527454"/>
              <a:gd name="connsiteX2" fmla="*/ 0 w 10245437"/>
              <a:gd name="connsiteY2" fmla="*/ 1568594 h 3527454"/>
              <a:gd name="connsiteX3" fmla="*/ 1133764 w 10245437"/>
              <a:gd name="connsiteY3" fmla="*/ 1577832 h 3527454"/>
              <a:gd name="connsiteX4" fmla="*/ 1142538 w 10245437"/>
              <a:gd name="connsiteY4" fmla="*/ 2247467 h 3527454"/>
              <a:gd name="connsiteX5" fmla="*/ 4876281 w 10245437"/>
              <a:gd name="connsiteY5" fmla="*/ 2254393 h 3527454"/>
              <a:gd name="connsiteX6" fmla="*/ 4873337 w 10245437"/>
              <a:gd name="connsiteY6" fmla="*/ 2907030 h 3527454"/>
              <a:gd name="connsiteX7" fmla="*/ 9089968 w 10245437"/>
              <a:gd name="connsiteY7" fmla="*/ 2882004 h 3527454"/>
              <a:gd name="connsiteX8" fmla="*/ 9098196 w 10245437"/>
              <a:gd name="connsiteY8" fmla="*/ 2241925 h 3527454"/>
              <a:gd name="connsiteX9" fmla="*/ 10245437 w 10245437"/>
              <a:gd name="connsiteY9" fmla="*/ 2225300 h 3527454"/>
              <a:gd name="connsiteX0" fmla="*/ 1712162 w 10774074"/>
              <a:gd name="connsiteY0" fmla="*/ 3527454 h 3527454"/>
              <a:gd name="connsiteX1" fmla="*/ 1697181 w 10774074"/>
              <a:gd name="connsiteY1" fmla="*/ 0 h 3527454"/>
              <a:gd name="connsiteX2" fmla="*/ 0 w 10774074"/>
              <a:gd name="connsiteY2" fmla="*/ 6494 h 3527454"/>
              <a:gd name="connsiteX3" fmla="*/ 1662401 w 10774074"/>
              <a:gd name="connsiteY3" fmla="*/ 1577832 h 3527454"/>
              <a:gd name="connsiteX4" fmla="*/ 1671175 w 10774074"/>
              <a:gd name="connsiteY4" fmla="*/ 2247467 h 3527454"/>
              <a:gd name="connsiteX5" fmla="*/ 5404918 w 10774074"/>
              <a:gd name="connsiteY5" fmla="*/ 2254393 h 3527454"/>
              <a:gd name="connsiteX6" fmla="*/ 5401974 w 10774074"/>
              <a:gd name="connsiteY6" fmla="*/ 2907030 h 3527454"/>
              <a:gd name="connsiteX7" fmla="*/ 9618605 w 10774074"/>
              <a:gd name="connsiteY7" fmla="*/ 2882004 h 3527454"/>
              <a:gd name="connsiteX8" fmla="*/ 9626833 w 10774074"/>
              <a:gd name="connsiteY8" fmla="*/ 2241925 h 3527454"/>
              <a:gd name="connsiteX9" fmla="*/ 10774074 w 10774074"/>
              <a:gd name="connsiteY9" fmla="*/ 2225300 h 3527454"/>
              <a:gd name="connsiteX0" fmla="*/ 1712162 w 10774074"/>
              <a:gd name="connsiteY0" fmla="*/ 3983209 h 3983209"/>
              <a:gd name="connsiteX1" fmla="*/ 1697181 w 10774074"/>
              <a:gd name="connsiteY1" fmla="*/ 455755 h 3983209"/>
              <a:gd name="connsiteX2" fmla="*/ 0 w 10774074"/>
              <a:gd name="connsiteY2" fmla="*/ 462249 h 3983209"/>
              <a:gd name="connsiteX3" fmla="*/ 14576 w 10774074"/>
              <a:gd name="connsiteY3" fmla="*/ 0 h 3983209"/>
              <a:gd name="connsiteX4" fmla="*/ 1671175 w 10774074"/>
              <a:gd name="connsiteY4" fmla="*/ 2703222 h 3983209"/>
              <a:gd name="connsiteX5" fmla="*/ 5404918 w 10774074"/>
              <a:gd name="connsiteY5" fmla="*/ 2710148 h 3983209"/>
              <a:gd name="connsiteX6" fmla="*/ 5401974 w 10774074"/>
              <a:gd name="connsiteY6" fmla="*/ 3362785 h 3983209"/>
              <a:gd name="connsiteX7" fmla="*/ 9618605 w 10774074"/>
              <a:gd name="connsiteY7" fmla="*/ 3337759 h 3983209"/>
              <a:gd name="connsiteX8" fmla="*/ 9626833 w 10774074"/>
              <a:gd name="connsiteY8" fmla="*/ 2697680 h 3983209"/>
              <a:gd name="connsiteX9" fmla="*/ 10774074 w 10774074"/>
              <a:gd name="connsiteY9" fmla="*/ 2681055 h 3983209"/>
              <a:gd name="connsiteX0" fmla="*/ 1712162 w 10774074"/>
              <a:gd name="connsiteY0" fmla="*/ 3983209 h 3983209"/>
              <a:gd name="connsiteX1" fmla="*/ 1697181 w 10774074"/>
              <a:gd name="connsiteY1" fmla="*/ 455755 h 3983209"/>
              <a:gd name="connsiteX2" fmla="*/ 0 w 10774074"/>
              <a:gd name="connsiteY2" fmla="*/ 462249 h 3983209"/>
              <a:gd name="connsiteX3" fmla="*/ 14576 w 10774074"/>
              <a:gd name="connsiteY3" fmla="*/ 0 h 3983209"/>
              <a:gd name="connsiteX4" fmla="*/ 2228387 w 10774074"/>
              <a:gd name="connsiteY4" fmla="*/ 74322 h 3983209"/>
              <a:gd name="connsiteX5" fmla="*/ 5404918 w 10774074"/>
              <a:gd name="connsiteY5" fmla="*/ 2710148 h 3983209"/>
              <a:gd name="connsiteX6" fmla="*/ 5401974 w 10774074"/>
              <a:gd name="connsiteY6" fmla="*/ 3362785 h 3983209"/>
              <a:gd name="connsiteX7" fmla="*/ 9618605 w 10774074"/>
              <a:gd name="connsiteY7" fmla="*/ 3337759 h 3983209"/>
              <a:gd name="connsiteX8" fmla="*/ 9626833 w 10774074"/>
              <a:gd name="connsiteY8" fmla="*/ 2697680 h 3983209"/>
              <a:gd name="connsiteX9" fmla="*/ 10774074 w 10774074"/>
              <a:gd name="connsiteY9" fmla="*/ 2681055 h 3983209"/>
              <a:gd name="connsiteX0" fmla="*/ 1712162 w 10774074"/>
              <a:gd name="connsiteY0" fmla="*/ 4151775 h 4151775"/>
              <a:gd name="connsiteX1" fmla="*/ 1697181 w 10774074"/>
              <a:gd name="connsiteY1" fmla="*/ 624321 h 4151775"/>
              <a:gd name="connsiteX2" fmla="*/ 0 w 10774074"/>
              <a:gd name="connsiteY2" fmla="*/ 630815 h 4151775"/>
              <a:gd name="connsiteX3" fmla="*/ 14576 w 10774074"/>
              <a:gd name="connsiteY3" fmla="*/ 168566 h 4151775"/>
              <a:gd name="connsiteX4" fmla="*/ 1714037 w 10774074"/>
              <a:gd name="connsiteY4" fmla="*/ 0 h 4151775"/>
              <a:gd name="connsiteX5" fmla="*/ 5404918 w 10774074"/>
              <a:gd name="connsiteY5" fmla="*/ 2878714 h 4151775"/>
              <a:gd name="connsiteX6" fmla="*/ 5401974 w 10774074"/>
              <a:gd name="connsiteY6" fmla="*/ 3531351 h 4151775"/>
              <a:gd name="connsiteX7" fmla="*/ 9618605 w 10774074"/>
              <a:gd name="connsiteY7" fmla="*/ 3506325 h 4151775"/>
              <a:gd name="connsiteX8" fmla="*/ 9626833 w 10774074"/>
              <a:gd name="connsiteY8" fmla="*/ 2866246 h 4151775"/>
              <a:gd name="connsiteX9" fmla="*/ 10774074 w 10774074"/>
              <a:gd name="connsiteY9" fmla="*/ 2849621 h 4151775"/>
              <a:gd name="connsiteX0" fmla="*/ 1712162 w 10774074"/>
              <a:gd name="connsiteY0" fmla="*/ 4187997 h 4187997"/>
              <a:gd name="connsiteX1" fmla="*/ 1697181 w 10774074"/>
              <a:gd name="connsiteY1" fmla="*/ 660543 h 4187997"/>
              <a:gd name="connsiteX2" fmla="*/ 0 w 10774074"/>
              <a:gd name="connsiteY2" fmla="*/ 667037 h 4187997"/>
              <a:gd name="connsiteX3" fmla="*/ 14576 w 10774074"/>
              <a:gd name="connsiteY3" fmla="*/ 0 h 4187997"/>
              <a:gd name="connsiteX4" fmla="*/ 1714037 w 10774074"/>
              <a:gd name="connsiteY4" fmla="*/ 36222 h 4187997"/>
              <a:gd name="connsiteX5" fmla="*/ 5404918 w 10774074"/>
              <a:gd name="connsiteY5" fmla="*/ 2914936 h 4187997"/>
              <a:gd name="connsiteX6" fmla="*/ 5401974 w 10774074"/>
              <a:gd name="connsiteY6" fmla="*/ 3567573 h 4187997"/>
              <a:gd name="connsiteX7" fmla="*/ 9618605 w 10774074"/>
              <a:gd name="connsiteY7" fmla="*/ 3542547 h 4187997"/>
              <a:gd name="connsiteX8" fmla="*/ 9626833 w 10774074"/>
              <a:gd name="connsiteY8" fmla="*/ 2902468 h 4187997"/>
              <a:gd name="connsiteX9" fmla="*/ 10774074 w 10774074"/>
              <a:gd name="connsiteY9" fmla="*/ 2885843 h 4187997"/>
              <a:gd name="connsiteX0" fmla="*/ 1712162 w 10774074"/>
              <a:gd name="connsiteY0" fmla="*/ 4187997 h 4187997"/>
              <a:gd name="connsiteX1" fmla="*/ 1697181 w 10774074"/>
              <a:gd name="connsiteY1" fmla="*/ 660543 h 4187997"/>
              <a:gd name="connsiteX2" fmla="*/ 0 w 10774074"/>
              <a:gd name="connsiteY2" fmla="*/ 667037 h 4187997"/>
              <a:gd name="connsiteX3" fmla="*/ 14576 w 10774074"/>
              <a:gd name="connsiteY3" fmla="*/ 0 h 4187997"/>
              <a:gd name="connsiteX4" fmla="*/ 1952162 w 10774074"/>
              <a:gd name="connsiteY4" fmla="*/ 7647 h 4187997"/>
              <a:gd name="connsiteX5" fmla="*/ 5404918 w 10774074"/>
              <a:gd name="connsiteY5" fmla="*/ 2914936 h 4187997"/>
              <a:gd name="connsiteX6" fmla="*/ 5401974 w 10774074"/>
              <a:gd name="connsiteY6" fmla="*/ 3567573 h 4187997"/>
              <a:gd name="connsiteX7" fmla="*/ 9618605 w 10774074"/>
              <a:gd name="connsiteY7" fmla="*/ 3542547 h 4187997"/>
              <a:gd name="connsiteX8" fmla="*/ 9626833 w 10774074"/>
              <a:gd name="connsiteY8" fmla="*/ 2902468 h 4187997"/>
              <a:gd name="connsiteX9" fmla="*/ 10774074 w 10774074"/>
              <a:gd name="connsiteY9" fmla="*/ 2885843 h 4187997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5401974 w 10774074"/>
              <a:gd name="connsiteY6" fmla="*/ 5753275 h 6373699"/>
              <a:gd name="connsiteX7" fmla="*/ 9618605 w 10774074"/>
              <a:gd name="connsiteY7" fmla="*/ 5728249 h 6373699"/>
              <a:gd name="connsiteX8" fmla="*/ 9626833 w 10774074"/>
              <a:gd name="connsiteY8" fmla="*/ 5088170 h 6373699"/>
              <a:gd name="connsiteX9" fmla="*/ 10774074 w 10774074"/>
              <a:gd name="connsiteY9" fmla="*/ 5071545 h 6373699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9618605 w 10774074"/>
              <a:gd name="connsiteY6" fmla="*/ 5728249 h 6373699"/>
              <a:gd name="connsiteX7" fmla="*/ 9626833 w 10774074"/>
              <a:gd name="connsiteY7" fmla="*/ 5088170 h 6373699"/>
              <a:gd name="connsiteX8" fmla="*/ 10774074 w 10774074"/>
              <a:gd name="connsiteY8" fmla="*/ 5071545 h 6373699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9626833 w 10774074"/>
              <a:gd name="connsiteY6" fmla="*/ 5088170 h 6373699"/>
              <a:gd name="connsiteX7" fmla="*/ 10774074 w 10774074"/>
              <a:gd name="connsiteY7" fmla="*/ 5071545 h 6373699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10774074 w 10774074"/>
              <a:gd name="connsiteY6" fmla="*/ 5071545 h 6373699"/>
              <a:gd name="connsiteX0" fmla="*/ 1712162 w 1971156"/>
              <a:gd name="connsiteY0" fmla="*/ 6373699 h 6373699"/>
              <a:gd name="connsiteX1" fmla="*/ 1697181 w 1971156"/>
              <a:gd name="connsiteY1" fmla="*/ 2846245 h 6373699"/>
              <a:gd name="connsiteX2" fmla="*/ 0 w 1971156"/>
              <a:gd name="connsiteY2" fmla="*/ 2852739 h 6373699"/>
              <a:gd name="connsiteX3" fmla="*/ 14576 w 1971156"/>
              <a:gd name="connsiteY3" fmla="*/ 2185702 h 6373699"/>
              <a:gd name="connsiteX4" fmla="*/ 1952162 w 1971156"/>
              <a:gd name="connsiteY4" fmla="*/ 2193349 h 6373699"/>
              <a:gd name="connsiteX5" fmla="*/ 1971156 w 1971156"/>
              <a:gd name="connsiteY5" fmla="*/ 0 h 6373699"/>
              <a:gd name="connsiteX0" fmla="*/ 1712162 w 2880794"/>
              <a:gd name="connsiteY0" fmla="*/ 6087949 h 6087949"/>
              <a:gd name="connsiteX1" fmla="*/ 1697181 w 2880794"/>
              <a:gd name="connsiteY1" fmla="*/ 2560495 h 6087949"/>
              <a:gd name="connsiteX2" fmla="*/ 0 w 2880794"/>
              <a:gd name="connsiteY2" fmla="*/ 2566989 h 6087949"/>
              <a:gd name="connsiteX3" fmla="*/ 14576 w 2880794"/>
              <a:gd name="connsiteY3" fmla="*/ 1899952 h 6087949"/>
              <a:gd name="connsiteX4" fmla="*/ 1952162 w 2880794"/>
              <a:gd name="connsiteY4" fmla="*/ 1907599 h 6087949"/>
              <a:gd name="connsiteX5" fmla="*/ 2880794 w 2880794"/>
              <a:gd name="connsiteY5" fmla="*/ 0 h 6087949"/>
              <a:gd name="connsiteX0" fmla="*/ 1712162 w 2880794"/>
              <a:gd name="connsiteY0" fmla="*/ 6087949 h 6087949"/>
              <a:gd name="connsiteX1" fmla="*/ 1697181 w 2880794"/>
              <a:gd name="connsiteY1" fmla="*/ 2560495 h 6087949"/>
              <a:gd name="connsiteX2" fmla="*/ 0 w 2880794"/>
              <a:gd name="connsiteY2" fmla="*/ 2566989 h 6087949"/>
              <a:gd name="connsiteX3" fmla="*/ 14576 w 2880794"/>
              <a:gd name="connsiteY3" fmla="*/ 1899952 h 6087949"/>
              <a:gd name="connsiteX4" fmla="*/ 1142537 w 2880794"/>
              <a:gd name="connsiteY4" fmla="*/ 2599 h 6087949"/>
              <a:gd name="connsiteX5" fmla="*/ 2880794 w 2880794"/>
              <a:gd name="connsiteY5" fmla="*/ 0 h 6087949"/>
              <a:gd name="connsiteX0" fmla="*/ 1712162 w 2880794"/>
              <a:gd name="connsiteY0" fmla="*/ 6087949 h 6087949"/>
              <a:gd name="connsiteX1" fmla="*/ 1697181 w 2880794"/>
              <a:gd name="connsiteY1" fmla="*/ 2560495 h 6087949"/>
              <a:gd name="connsiteX2" fmla="*/ 0 w 2880794"/>
              <a:gd name="connsiteY2" fmla="*/ 2566989 h 6087949"/>
              <a:gd name="connsiteX3" fmla="*/ 1152814 w 2880794"/>
              <a:gd name="connsiteY3" fmla="*/ 1914239 h 6087949"/>
              <a:gd name="connsiteX4" fmla="*/ 1142537 w 2880794"/>
              <a:gd name="connsiteY4" fmla="*/ 2599 h 6087949"/>
              <a:gd name="connsiteX5" fmla="*/ 2880794 w 2880794"/>
              <a:gd name="connsiteY5" fmla="*/ 0 h 6087949"/>
              <a:gd name="connsiteX0" fmla="*/ 2245562 w 3414194"/>
              <a:gd name="connsiteY0" fmla="*/ 6087949 h 6087949"/>
              <a:gd name="connsiteX1" fmla="*/ 2230581 w 3414194"/>
              <a:gd name="connsiteY1" fmla="*/ 2560495 h 6087949"/>
              <a:gd name="connsiteX2" fmla="*/ 0 w 3414194"/>
              <a:gd name="connsiteY2" fmla="*/ 1919289 h 6087949"/>
              <a:gd name="connsiteX3" fmla="*/ 1686214 w 3414194"/>
              <a:gd name="connsiteY3" fmla="*/ 1914239 h 6087949"/>
              <a:gd name="connsiteX4" fmla="*/ 1675937 w 3414194"/>
              <a:gd name="connsiteY4" fmla="*/ 2599 h 6087949"/>
              <a:gd name="connsiteX5" fmla="*/ 3414194 w 3414194"/>
              <a:gd name="connsiteY5" fmla="*/ 0 h 6087949"/>
              <a:gd name="connsiteX0" fmla="*/ 2245562 w 3414194"/>
              <a:gd name="connsiteY0" fmla="*/ 6087949 h 6087949"/>
              <a:gd name="connsiteX1" fmla="*/ 0 w 3414194"/>
              <a:gd name="connsiteY1" fmla="*/ 1919289 h 6087949"/>
              <a:gd name="connsiteX2" fmla="*/ 1686214 w 3414194"/>
              <a:gd name="connsiteY2" fmla="*/ 1914239 h 6087949"/>
              <a:gd name="connsiteX3" fmla="*/ 1675937 w 3414194"/>
              <a:gd name="connsiteY3" fmla="*/ 2599 h 6087949"/>
              <a:gd name="connsiteX4" fmla="*/ 3414194 w 3414194"/>
              <a:gd name="connsiteY4" fmla="*/ 0 h 6087949"/>
              <a:gd name="connsiteX0" fmla="*/ 0 w 3414194"/>
              <a:gd name="connsiteY0" fmla="*/ 1919289 h 1919289"/>
              <a:gd name="connsiteX1" fmla="*/ 1686214 w 3414194"/>
              <a:gd name="connsiteY1" fmla="*/ 1914239 h 1919289"/>
              <a:gd name="connsiteX2" fmla="*/ 1675937 w 3414194"/>
              <a:gd name="connsiteY2" fmla="*/ 2599 h 1919289"/>
              <a:gd name="connsiteX3" fmla="*/ 3414194 w 3414194"/>
              <a:gd name="connsiteY3" fmla="*/ 0 h 1919289"/>
              <a:gd name="connsiteX0" fmla="*/ 0 w 3414194"/>
              <a:gd name="connsiteY0" fmla="*/ 1919289 h 4841609"/>
              <a:gd name="connsiteX1" fmla="*/ 1686214 w 3414194"/>
              <a:gd name="connsiteY1" fmla="*/ 1914239 h 4841609"/>
              <a:gd name="connsiteX2" fmla="*/ 1718800 w 3414194"/>
              <a:gd name="connsiteY2" fmla="*/ 4774624 h 4841609"/>
              <a:gd name="connsiteX3" fmla="*/ 3414194 w 3414194"/>
              <a:gd name="connsiteY3" fmla="*/ 0 h 4841609"/>
              <a:gd name="connsiteX0" fmla="*/ 0 w 3414194"/>
              <a:gd name="connsiteY0" fmla="*/ 1919289 h 4870318"/>
              <a:gd name="connsiteX1" fmla="*/ 1686214 w 3414194"/>
              <a:gd name="connsiteY1" fmla="*/ 1914239 h 4870318"/>
              <a:gd name="connsiteX2" fmla="*/ 1718800 w 3414194"/>
              <a:gd name="connsiteY2" fmla="*/ 4774624 h 4870318"/>
              <a:gd name="connsiteX3" fmla="*/ 3414194 w 3414194"/>
              <a:gd name="connsiteY3" fmla="*/ 0 h 4870318"/>
              <a:gd name="connsiteX0" fmla="*/ 0 w 1719117"/>
              <a:gd name="connsiteY0" fmla="*/ 5050 h 2956079"/>
              <a:gd name="connsiteX1" fmla="*/ 1686214 w 1719117"/>
              <a:gd name="connsiteY1" fmla="*/ 0 h 2956079"/>
              <a:gd name="connsiteX2" fmla="*/ 1718800 w 1719117"/>
              <a:gd name="connsiteY2" fmla="*/ 2860385 h 2956079"/>
              <a:gd name="connsiteX3" fmla="*/ 75682 w 1719117"/>
              <a:gd name="connsiteY3" fmla="*/ 2876836 h 2956079"/>
              <a:gd name="connsiteX0" fmla="*/ 0 w 1718800"/>
              <a:gd name="connsiteY0" fmla="*/ 5050 h 2876836"/>
              <a:gd name="connsiteX1" fmla="*/ 1686214 w 1718800"/>
              <a:gd name="connsiteY1" fmla="*/ 0 h 2876836"/>
              <a:gd name="connsiteX2" fmla="*/ 1718800 w 1718800"/>
              <a:gd name="connsiteY2" fmla="*/ 2860385 h 2876836"/>
              <a:gd name="connsiteX3" fmla="*/ 75682 w 1718800"/>
              <a:gd name="connsiteY3" fmla="*/ 2876836 h 2876836"/>
              <a:gd name="connsiteX0" fmla="*/ 0 w 1718800"/>
              <a:gd name="connsiteY0" fmla="*/ 5050 h 2860385"/>
              <a:gd name="connsiteX1" fmla="*/ 1686214 w 1718800"/>
              <a:gd name="connsiteY1" fmla="*/ 0 h 2860385"/>
              <a:gd name="connsiteX2" fmla="*/ 1718800 w 1718800"/>
              <a:gd name="connsiteY2" fmla="*/ 2860385 h 2860385"/>
              <a:gd name="connsiteX3" fmla="*/ 623370 w 1718800"/>
              <a:gd name="connsiteY3" fmla="*/ 2853024 h 2860385"/>
              <a:gd name="connsiteX0" fmla="*/ 0 w 1718800"/>
              <a:gd name="connsiteY0" fmla="*/ 5050 h 2910174"/>
              <a:gd name="connsiteX1" fmla="*/ 1686214 w 1718800"/>
              <a:gd name="connsiteY1" fmla="*/ 0 h 2910174"/>
              <a:gd name="connsiteX2" fmla="*/ 1718800 w 1718800"/>
              <a:gd name="connsiteY2" fmla="*/ 2860385 h 2910174"/>
              <a:gd name="connsiteX3" fmla="*/ 590032 w 1718800"/>
              <a:gd name="connsiteY3" fmla="*/ 2910174 h 2910174"/>
              <a:gd name="connsiteX0" fmla="*/ 0 w 1718800"/>
              <a:gd name="connsiteY0" fmla="*/ 5050 h 2872074"/>
              <a:gd name="connsiteX1" fmla="*/ 1686214 w 1718800"/>
              <a:gd name="connsiteY1" fmla="*/ 0 h 2872074"/>
              <a:gd name="connsiteX2" fmla="*/ 1718800 w 1718800"/>
              <a:gd name="connsiteY2" fmla="*/ 2860385 h 2872074"/>
              <a:gd name="connsiteX3" fmla="*/ 599557 w 1718800"/>
              <a:gd name="connsiteY3" fmla="*/ 2872074 h 2872074"/>
              <a:gd name="connsiteX0" fmla="*/ 0 w 1718800"/>
              <a:gd name="connsiteY0" fmla="*/ 5050 h 3529299"/>
              <a:gd name="connsiteX1" fmla="*/ 1686214 w 1718800"/>
              <a:gd name="connsiteY1" fmla="*/ 0 h 3529299"/>
              <a:gd name="connsiteX2" fmla="*/ 1718800 w 1718800"/>
              <a:gd name="connsiteY2" fmla="*/ 2860385 h 3529299"/>
              <a:gd name="connsiteX3" fmla="*/ 561457 w 1718800"/>
              <a:gd name="connsiteY3" fmla="*/ 3529299 h 3529299"/>
              <a:gd name="connsiteX0" fmla="*/ 0 w 1718800"/>
              <a:gd name="connsiteY0" fmla="*/ 5050 h 3529299"/>
              <a:gd name="connsiteX1" fmla="*/ 1686214 w 1718800"/>
              <a:gd name="connsiteY1" fmla="*/ 0 h 3529299"/>
              <a:gd name="connsiteX2" fmla="*/ 1718800 w 1718800"/>
              <a:gd name="connsiteY2" fmla="*/ 2860385 h 3529299"/>
              <a:gd name="connsiteX3" fmla="*/ 1158934 w 1718800"/>
              <a:gd name="connsiteY3" fmla="*/ 3187872 h 3529299"/>
              <a:gd name="connsiteX4" fmla="*/ 561457 w 1718800"/>
              <a:gd name="connsiteY4" fmla="*/ 3529299 h 3529299"/>
              <a:gd name="connsiteX0" fmla="*/ 0 w 1718800"/>
              <a:gd name="connsiteY0" fmla="*/ 5050 h 3529299"/>
              <a:gd name="connsiteX1" fmla="*/ 1686214 w 1718800"/>
              <a:gd name="connsiteY1" fmla="*/ 0 h 3529299"/>
              <a:gd name="connsiteX2" fmla="*/ 1718800 w 1718800"/>
              <a:gd name="connsiteY2" fmla="*/ 2860385 h 3529299"/>
              <a:gd name="connsiteX3" fmla="*/ 558859 w 1718800"/>
              <a:gd name="connsiteY3" fmla="*/ 2878310 h 3529299"/>
              <a:gd name="connsiteX4" fmla="*/ 561457 w 1718800"/>
              <a:gd name="connsiteY4" fmla="*/ 3529299 h 3529299"/>
              <a:gd name="connsiteX0" fmla="*/ 0 w 1811954"/>
              <a:gd name="connsiteY0" fmla="*/ 5050 h 3529299"/>
              <a:gd name="connsiteX1" fmla="*/ 1686214 w 1811954"/>
              <a:gd name="connsiteY1" fmla="*/ 0 h 3529299"/>
              <a:gd name="connsiteX2" fmla="*/ 1692334 w 1811954"/>
              <a:gd name="connsiteY2" fmla="*/ 506585 h 3529299"/>
              <a:gd name="connsiteX3" fmla="*/ 1718800 w 1811954"/>
              <a:gd name="connsiteY3" fmla="*/ 2860385 h 3529299"/>
              <a:gd name="connsiteX4" fmla="*/ 558859 w 1811954"/>
              <a:gd name="connsiteY4" fmla="*/ 2878310 h 3529299"/>
              <a:gd name="connsiteX5" fmla="*/ 561457 w 1811954"/>
              <a:gd name="connsiteY5" fmla="*/ 3529299 h 3529299"/>
              <a:gd name="connsiteX0" fmla="*/ 0 w 1816875"/>
              <a:gd name="connsiteY0" fmla="*/ 5050 h 3529299"/>
              <a:gd name="connsiteX1" fmla="*/ 1686214 w 1816875"/>
              <a:gd name="connsiteY1" fmla="*/ 0 h 3529299"/>
              <a:gd name="connsiteX2" fmla="*/ 1692334 w 1816875"/>
              <a:gd name="connsiteY2" fmla="*/ 506585 h 3529299"/>
              <a:gd name="connsiteX3" fmla="*/ 1749484 w 1816875"/>
              <a:gd name="connsiteY3" fmla="*/ 1344785 h 3529299"/>
              <a:gd name="connsiteX4" fmla="*/ 1718800 w 1816875"/>
              <a:gd name="connsiteY4" fmla="*/ 2860385 h 3529299"/>
              <a:gd name="connsiteX5" fmla="*/ 558859 w 1816875"/>
              <a:gd name="connsiteY5" fmla="*/ 2878310 h 3529299"/>
              <a:gd name="connsiteX6" fmla="*/ 561457 w 1816875"/>
              <a:gd name="connsiteY6" fmla="*/ 3529299 h 3529299"/>
              <a:gd name="connsiteX0" fmla="*/ 0 w 1816875"/>
              <a:gd name="connsiteY0" fmla="*/ 5050 h 3529299"/>
              <a:gd name="connsiteX1" fmla="*/ 1686214 w 1816875"/>
              <a:gd name="connsiteY1" fmla="*/ 0 h 3529299"/>
              <a:gd name="connsiteX2" fmla="*/ 1692334 w 1816875"/>
              <a:gd name="connsiteY2" fmla="*/ 506585 h 3529299"/>
              <a:gd name="connsiteX3" fmla="*/ 1749484 w 1816875"/>
              <a:gd name="connsiteY3" fmla="*/ 1344785 h 3529299"/>
              <a:gd name="connsiteX4" fmla="*/ 1718800 w 1816875"/>
              <a:gd name="connsiteY4" fmla="*/ 2860385 h 3529299"/>
              <a:gd name="connsiteX5" fmla="*/ 558859 w 1816875"/>
              <a:gd name="connsiteY5" fmla="*/ 2878310 h 3529299"/>
              <a:gd name="connsiteX6" fmla="*/ 561457 w 1816875"/>
              <a:gd name="connsiteY6" fmla="*/ 3529299 h 3529299"/>
              <a:gd name="connsiteX0" fmla="*/ 0 w 2649615"/>
              <a:gd name="connsiteY0" fmla="*/ 5050 h 3529299"/>
              <a:gd name="connsiteX1" fmla="*/ 1686214 w 2649615"/>
              <a:gd name="connsiteY1" fmla="*/ 0 h 3529299"/>
              <a:gd name="connsiteX2" fmla="*/ 1692334 w 2649615"/>
              <a:gd name="connsiteY2" fmla="*/ 506585 h 3529299"/>
              <a:gd name="connsiteX3" fmla="*/ 2649596 w 2649615"/>
              <a:gd name="connsiteY3" fmla="*/ 920923 h 3529299"/>
              <a:gd name="connsiteX4" fmla="*/ 1718800 w 2649615"/>
              <a:gd name="connsiteY4" fmla="*/ 2860385 h 3529299"/>
              <a:gd name="connsiteX5" fmla="*/ 558859 w 2649615"/>
              <a:gd name="connsiteY5" fmla="*/ 2878310 h 3529299"/>
              <a:gd name="connsiteX6" fmla="*/ 561457 w 2649615"/>
              <a:gd name="connsiteY6" fmla="*/ 3529299 h 3529299"/>
              <a:gd name="connsiteX0" fmla="*/ 0 w 2649615"/>
              <a:gd name="connsiteY0" fmla="*/ 5050 h 3529299"/>
              <a:gd name="connsiteX1" fmla="*/ 1686214 w 2649615"/>
              <a:gd name="connsiteY1" fmla="*/ 0 h 3529299"/>
              <a:gd name="connsiteX2" fmla="*/ 1692334 w 2649615"/>
              <a:gd name="connsiteY2" fmla="*/ 506585 h 3529299"/>
              <a:gd name="connsiteX3" fmla="*/ 2649596 w 2649615"/>
              <a:gd name="connsiteY3" fmla="*/ 920923 h 3529299"/>
              <a:gd name="connsiteX4" fmla="*/ 1718800 w 2649615"/>
              <a:gd name="connsiteY4" fmla="*/ 2860385 h 3529299"/>
              <a:gd name="connsiteX5" fmla="*/ 558859 w 2649615"/>
              <a:gd name="connsiteY5" fmla="*/ 2878310 h 3529299"/>
              <a:gd name="connsiteX6" fmla="*/ 561457 w 2649615"/>
              <a:gd name="connsiteY6" fmla="*/ 3529299 h 3529299"/>
              <a:gd name="connsiteX0" fmla="*/ 0 w 2649615"/>
              <a:gd name="connsiteY0" fmla="*/ 5050 h 3529299"/>
              <a:gd name="connsiteX1" fmla="*/ 1686214 w 2649615"/>
              <a:gd name="connsiteY1" fmla="*/ 0 h 3529299"/>
              <a:gd name="connsiteX2" fmla="*/ 1692334 w 2649615"/>
              <a:gd name="connsiteY2" fmla="*/ 506585 h 3529299"/>
              <a:gd name="connsiteX3" fmla="*/ 2649596 w 2649615"/>
              <a:gd name="connsiteY3" fmla="*/ 920923 h 3529299"/>
              <a:gd name="connsiteX4" fmla="*/ 1718800 w 2649615"/>
              <a:gd name="connsiteY4" fmla="*/ 2860385 h 3529299"/>
              <a:gd name="connsiteX5" fmla="*/ 558859 w 2649615"/>
              <a:gd name="connsiteY5" fmla="*/ 2878310 h 3529299"/>
              <a:gd name="connsiteX6" fmla="*/ 561457 w 2649615"/>
              <a:gd name="connsiteY6" fmla="*/ 3529299 h 3529299"/>
              <a:gd name="connsiteX0" fmla="*/ 0 w 2649615"/>
              <a:gd name="connsiteY0" fmla="*/ 5050 h 3529299"/>
              <a:gd name="connsiteX1" fmla="*/ 1686214 w 2649615"/>
              <a:gd name="connsiteY1" fmla="*/ 0 h 3529299"/>
              <a:gd name="connsiteX2" fmla="*/ 1692334 w 2649615"/>
              <a:gd name="connsiteY2" fmla="*/ 506585 h 3529299"/>
              <a:gd name="connsiteX3" fmla="*/ 2649596 w 2649615"/>
              <a:gd name="connsiteY3" fmla="*/ 920923 h 3529299"/>
              <a:gd name="connsiteX4" fmla="*/ 1718800 w 2649615"/>
              <a:gd name="connsiteY4" fmla="*/ 2860385 h 3529299"/>
              <a:gd name="connsiteX5" fmla="*/ 558859 w 2649615"/>
              <a:gd name="connsiteY5" fmla="*/ 2878310 h 3529299"/>
              <a:gd name="connsiteX6" fmla="*/ 561457 w 2649615"/>
              <a:gd name="connsiteY6" fmla="*/ 3529299 h 3529299"/>
              <a:gd name="connsiteX0" fmla="*/ 0 w 2825824"/>
              <a:gd name="connsiteY0" fmla="*/ 5050 h 3529299"/>
              <a:gd name="connsiteX1" fmla="*/ 1686214 w 2825824"/>
              <a:gd name="connsiteY1" fmla="*/ 0 h 3529299"/>
              <a:gd name="connsiteX2" fmla="*/ 1692334 w 2825824"/>
              <a:gd name="connsiteY2" fmla="*/ 506585 h 3529299"/>
              <a:gd name="connsiteX3" fmla="*/ 2825809 w 2825824"/>
              <a:gd name="connsiteY3" fmla="*/ 644698 h 3529299"/>
              <a:gd name="connsiteX4" fmla="*/ 1718800 w 2825824"/>
              <a:gd name="connsiteY4" fmla="*/ 2860385 h 3529299"/>
              <a:gd name="connsiteX5" fmla="*/ 558859 w 2825824"/>
              <a:gd name="connsiteY5" fmla="*/ 2878310 h 3529299"/>
              <a:gd name="connsiteX6" fmla="*/ 561457 w 2825824"/>
              <a:gd name="connsiteY6" fmla="*/ 3529299 h 3529299"/>
              <a:gd name="connsiteX0" fmla="*/ 0 w 2825824"/>
              <a:gd name="connsiteY0" fmla="*/ 5050 h 3529299"/>
              <a:gd name="connsiteX1" fmla="*/ 1686214 w 2825824"/>
              <a:gd name="connsiteY1" fmla="*/ 0 h 3529299"/>
              <a:gd name="connsiteX2" fmla="*/ 1697097 w 2825824"/>
              <a:gd name="connsiteY2" fmla="*/ 449435 h 3529299"/>
              <a:gd name="connsiteX3" fmla="*/ 2825809 w 2825824"/>
              <a:gd name="connsiteY3" fmla="*/ 644698 h 3529299"/>
              <a:gd name="connsiteX4" fmla="*/ 1718800 w 2825824"/>
              <a:gd name="connsiteY4" fmla="*/ 2860385 h 3529299"/>
              <a:gd name="connsiteX5" fmla="*/ 558859 w 2825824"/>
              <a:gd name="connsiteY5" fmla="*/ 2878310 h 3529299"/>
              <a:gd name="connsiteX6" fmla="*/ 561457 w 2825824"/>
              <a:gd name="connsiteY6" fmla="*/ 3529299 h 3529299"/>
              <a:gd name="connsiteX0" fmla="*/ 0 w 2825824"/>
              <a:gd name="connsiteY0" fmla="*/ 5050 h 3529299"/>
              <a:gd name="connsiteX1" fmla="*/ 1686214 w 2825824"/>
              <a:gd name="connsiteY1" fmla="*/ 0 h 3529299"/>
              <a:gd name="connsiteX2" fmla="*/ 1697097 w 2825824"/>
              <a:gd name="connsiteY2" fmla="*/ 449435 h 3529299"/>
              <a:gd name="connsiteX3" fmla="*/ 2825809 w 2825824"/>
              <a:gd name="connsiteY3" fmla="*/ 644698 h 3529299"/>
              <a:gd name="connsiteX4" fmla="*/ 1718800 w 2825824"/>
              <a:gd name="connsiteY4" fmla="*/ 2860385 h 3529299"/>
              <a:gd name="connsiteX5" fmla="*/ 558859 w 2825824"/>
              <a:gd name="connsiteY5" fmla="*/ 2878310 h 3529299"/>
              <a:gd name="connsiteX6" fmla="*/ 561457 w 2825824"/>
              <a:gd name="connsiteY6" fmla="*/ 3529299 h 3529299"/>
              <a:gd name="connsiteX0" fmla="*/ 0 w 2825824"/>
              <a:gd name="connsiteY0" fmla="*/ 5050 h 3529299"/>
              <a:gd name="connsiteX1" fmla="*/ 1686214 w 2825824"/>
              <a:gd name="connsiteY1" fmla="*/ 0 h 3529299"/>
              <a:gd name="connsiteX2" fmla="*/ 1697097 w 2825824"/>
              <a:gd name="connsiteY2" fmla="*/ 449435 h 3529299"/>
              <a:gd name="connsiteX3" fmla="*/ 2825809 w 2825824"/>
              <a:gd name="connsiteY3" fmla="*/ 644698 h 3529299"/>
              <a:gd name="connsiteX4" fmla="*/ 1718800 w 2825824"/>
              <a:gd name="connsiteY4" fmla="*/ 2860385 h 3529299"/>
              <a:gd name="connsiteX5" fmla="*/ 558859 w 2825824"/>
              <a:gd name="connsiteY5" fmla="*/ 2878310 h 3529299"/>
              <a:gd name="connsiteX6" fmla="*/ 561457 w 2825824"/>
              <a:gd name="connsiteY6" fmla="*/ 3529299 h 3529299"/>
              <a:gd name="connsiteX0" fmla="*/ 0 w 2287685"/>
              <a:gd name="connsiteY0" fmla="*/ 5050 h 3529299"/>
              <a:gd name="connsiteX1" fmla="*/ 1686214 w 2287685"/>
              <a:gd name="connsiteY1" fmla="*/ 0 h 3529299"/>
              <a:gd name="connsiteX2" fmla="*/ 1697097 w 2287685"/>
              <a:gd name="connsiteY2" fmla="*/ 449435 h 3529299"/>
              <a:gd name="connsiteX3" fmla="*/ 2287647 w 2287685"/>
              <a:gd name="connsiteY3" fmla="*/ 458961 h 3529299"/>
              <a:gd name="connsiteX4" fmla="*/ 1718800 w 2287685"/>
              <a:gd name="connsiteY4" fmla="*/ 2860385 h 3529299"/>
              <a:gd name="connsiteX5" fmla="*/ 558859 w 2287685"/>
              <a:gd name="connsiteY5" fmla="*/ 2878310 h 3529299"/>
              <a:gd name="connsiteX6" fmla="*/ 561457 w 2287685"/>
              <a:gd name="connsiteY6" fmla="*/ 3529299 h 3529299"/>
              <a:gd name="connsiteX0" fmla="*/ 0 w 2310650"/>
              <a:gd name="connsiteY0" fmla="*/ 5050 h 3529299"/>
              <a:gd name="connsiteX1" fmla="*/ 1686214 w 2310650"/>
              <a:gd name="connsiteY1" fmla="*/ 0 h 3529299"/>
              <a:gd name="connsiteX2" fmla="*/ 1697097 w 2310650"/>
              <a:gd name="connsiteY2" fmla="*/ 449435 h 3529299"/>
              <a:gd name="connsiteX3" fmla="*/ 2287647 w 2310650"/>
              <a:gd name="connsiteY3" fmla="*/ 458961 h 3529299"/>
              <a:gd name="connsiteX4" fmla="*/ 2144771 w 2310650"/>
              <a:gd name="connsiteY4" fmla="*/ 1420985 h 3529299"/>
              <a:gd name="connsiteX5" fmla="*/ 1718800 w 2310650"/>
              <a:gd name="connsiteY5" fmla="*/ 2860385 h 3529299"/>
              <a:gd name="connsiteX6" fmla="*/ 558859 w 2310650"/>
              <a:gd name="connsiteY6" fmla="*/ 2878310 h 3529299"/>
              <a:gd name="connsiteX7" fmla="*/ 561457 w 2310650"/>
              <a:gd name="connsiteY7" fmla="*/ 3529299 h 3529299"/>
              <a:gd name="connsiteX0" fmla="*/ 0 w 2341831"/>
              <a:gd name="connsiteY0" fmla="*/ 5050 h 3529299"/>
              <a:gd name="connsiteX1" fmla="*/ 1686214 w 2341831"/>
              <a:gd name="connsiteY1" fmla="*/ 0 h 3529299"/>
              <a:gd name="connsiteX2" fmla="*/ 1697097 w 2341831"/>
              <a:gd name="connsiteY2" fmla="*/ 449435 h 3529299"/>
              <a:gd name="connsiteX3" fmla="*/ 2287647 w 2341831"/>
              <a:gd name="connsiteY3" fmla="*/ 458961 h 3529299"/>
              <a:gd name="connsiteX4" fmla="*/ 2268596 w 2341831"/>
              <a:gd name="connsiteY4" fmla="*/ 959022 h 3529299"/>
              <a:gd name="connsiteX5" fmla="*/ 1718800 w 2341831"/>
              <a:gd name="connsiteY5" fmla="*/ 2860385 h 3529299"/>
              <a:gd name="connsiteX6" fmla="*/ 558859 w 2341831"/>
              <a:gd name="connsiteY6" fmla="*/ 2878310 h 3529299"/>
              <a:gd name="connsiteX7" fmla="*/ 561457 w 2341831"/>
              <a:gd name="connsiteY7" fmla="*/ 3529299 h 3529299"/>
              <a:gd name="connsiteX0" fmla="*/ 0 w 2341831"/>
              <a:gd name="connsiteY0" fmla="*/ 5050 h 3529299"/>
              <a:gd name="connsiteX1" fmla="*/ 1686214 w 2341831"/>
              <a:gd name="connsiteY1" fmla="*/ 0 h 3529299"/>
              <a:gd name="connsiteX2" fmla="*/ 1697097 w 2341831"/>
              <a:gd name="connsiteY2" fmla="*/ 449435 h 3529299"/>
              <a:gd name="connsiteX3" fmla="*/ 2287647 w 2341831"/>
              <a:gd name="connsiteY3" fmla="*/ 458961 h 3529299"/>
              <a:gd name="connsiteX4" fmla="*/ 2268596 w 2341831"/>
              <a:gd name="connsiteY4" fmla="*/ 959022 h 3529299"/>
              <a:gd name="connsiteX5" fmla="*/ 2268595 w 2341831"/>
              <a:gd name="connsiteY5" fmla="*/ 968547 h 3529299"/>
              <a:gd name="connsiteX6" fmla="*/ 1718800 w 2341831"/>
              <a:gd name="connsiteY6" fmla="*/ 2860385 h 3529299"/>
              <a:gd name="connsiteX7" fmla="*/ 558859 w 2341831"/>
              <a:gd name="connsiteY7" fmla="*/ 2878310 h 3529299"/>
              <a:gd name="connsiteX8" fmla="*/ 561457 w 2341831"/>
              <a:gd name="connsiteY8" fmla="*/ 3529299 h 3529299"/>
              <a:gd name="connsiteX0" fmla="*/ 0 w 2811127"/>
              <a:gd name="connsiteY0" fmla="*/ 5050 h 3529299"/>
              <a:gd name="connsiteX1" fmla="*/ 1686214 w 2811127"/>
              <a:gd name="connsiteY1" fmla="*/ 0 h 3529299"/>
              <a:gd name="connsiteX2" fmla="*/ 1697097 w 2811127"/>
              <a:gd name="connsiteY2" fmla="*/ 449435 h 3529299"/>
              <a:gd name="connsiteX3" fmla="*/ 2287647 w 2811127"/>
              <a:gd name="connsiteY3" fmla="*/ 458961 h 3529299"/>
              <a:gd name="connsiteX4" fmla="*/ 2268596 w 2811127"/>
              <a:gd name="connsiteY4" fmla="*/ 959022 h 3529299"/>
              <a:gd name="connsiteX5" fmla="*/ 2801995 w 2811127"/>
              <a:gd name="connsiteY5" fmla="*/ 1349547 h 3529299"/>
              <a:gd name="connsiteX6" fmla="*/ 1718800 w 2811127"/>
              <a:gd name="connsiteY6" fmla="*/ 2860385 h 3529299"/>
              <a:gd name="connsiteX7" fmla="*/ 558859 w 2811127"/>
              <a:gd name="connsiteY7" fmla="*/ 2878310 h 3529299"/>
              <a:gd name="connsiteX8" fmla="*/ 561457 w 2811127"/>
              <a:gd name="connsiteY8" fmla="*/ 3529299 h 3529299"/>
              <a:gd name="connsiteX0" fmla="*/ 0 w 2872288"/>
              <a:gd name="connsiteY0" fmla="*/ 5050 h 3529299"/>
              <a:gd name="connsiteX1" fmla="*/ 1686214 w 2872288"/>
              <a:gd name="connsiteY1" fmla="*/ 0 h 3529299"/>
              <a:gd name="connsiteX2" fmla="*/ 1697097 w 2872288"/>
              <a:gd name="connsiteY2" fmla="*/ 449435 h 3529299"/>
              <a:gd name="connsiteX3" fmla="*/ 2287647 w 2872288"/>
              <a:gd name="connsiteY3" fmla="*/ 458961 h 3529299"/>
              <a:gd name="connsiteX4" fmla="*/ 2268596 w 2872288"/>
              <a:gd name="connsiteY4" fmla="*/ 959022 h 3529299"/>
              <a:gd name="connsiteX5" fmla="*/ 2863908 w 2872288"/>
              <a:gd name="connsiteY5" fmla="*/ 963785 h 3529299"/>
              <a:gd name="connsiteX6" fmla="*/ 1718800 w 2872288"/>
              <a:gd name="connsiteY6" fmla="*/ 2860385 h 3529299"/>
              <a:gd name="connsiteX7" fmla="*/ 558859 w 2872288"/>
              <a:gd name="connsiteY7" fmla="*/ 2878310 h 3529299"/>
              <a:gd name="connsiteX8" fmla="*/ 561457 w 2872288"/>
              <a:gd name="connsiteY8" fmla="*/ 3529299 h 3529299"/>
              <a:gd name="connsiteX0" fmla="*/ 0 w 2872288"/>
              <a:gd name="connsiteY0" fmla="*/ 5050 h 3529299"/>
              <a:gd name="connsiteX1" fmla="*/ 1686214 w 2872288"/>
              <a:gd name="connsiteY1" fmla="*/ 0 h 3529299"/>
              <a:gd name="connsiteX2" fmla="*/ 1697097 w 2872288"/>
              <a:gd name="connsiteY2" fmla="*/ 449435 h 3529299"/>
              <a:gd name="connsiteX3" fmla="*/ 2287647 w 2872288"/>
              <a:gd name="connsiteY3" fmla="*/ 458961 h 3529299"/>
              <a:gd name="connsiteX4" fmla="*/ 2268596 w 2872288"/>
              <a:gd name="connsiteY4" fmla="*/ 959022 h 3529299"/>
              <a:gd name="connsiteX5" fmla="*/ 2863908 w 2872288"/>
              <a:gd name="connsiteY5" fmla="*/ 963785 h 3529299"/>
              <a:gd name="connsiteX6" fmla="*/ 2487669 w 2872288"/>
              <a:gd name="connsiteY6" fmla="*/ 1697210 h 3529299"/>
              <a:gd name="connsiteX7" fmla="*/ 1718800 w 2872288"/>
              <a:gd name="connsiteY7" fmla="*/ 2860385 h 3529299"/>
              <a:gd name="connsiteX8" fmla="*/ 558859 w 2872288"/>
              <a:gd name="connsiteY8" fmla="*/ 2878310 h 3529299"/>
              <a:gd name="connsiteX9" fmla="*/ 561457 w 2872288"/>
              <a:gd name="connsiteY9" fmla="*/ 3529299 h 3529299"/>
              <a:gd name="connsiteX0" fmla="*/ 0 w 2947701"/>
              <a:gd name="connsiteY0" fmla="*/ 5050 h 3529299"/>
              <a:gd name="connsiteX1" fmla="*/ 1686214 w 2947701"/>
              <a:gd name="connsiteY1" fmla="*/ 0 h 3529299"/>
              <a:gd name="connsiteX2" fmla="*/ 1697097 w 2947701"/>
              <a:gd name="connsiteY2" fmla="*/ 449435 h 3529299"/>
              <a:gd name="connsiteX3" fmla="*/ 2287647 w 2947701"/>
              <a:gd name="connsiteY3" fmla="*/ 458961 h 3529299"/>
              <a:gd name="connsiteX4" fmla="*/ 2268596 w 2947701"/>
              <a:gd name="connsiteY4" fmla="*/ 959022 h 3529299"/>
              <a:gd name="connsiteX5" fmla="*/ 2863908 w 2947701"/>
              <a:gd name="connsiteY5" fmla="*/ 963785 h 3529299"/>
              <a:gd name="connsiteX6" fmla="*/ 2849619 w 2947701"/>
              <a:gd name="connsiteY6" fmla="*/ 1263823 h 3529299"/>
              <a:gd name="connsiteX7" fmla="*/ 1718800 w 2947701"/>
              <a:gd name="connsiteY7" fmla="*/ 2860385 h 3529299"/>
              <a:gd name="connsiteX8" fmla="*/ 558859 w 2947701"/>
              <a:gd name="connsiteY8" fmla="*/ 2878310 h 3529299"/>
              <a:gd name="connsiteX9" fmla="*/ 561457 w 2947701"/>
              <a:gd name="connsiteY9" fmla="*/ 3529299 h 3529299"/>
              <a:gd name="connsiteX0" fmla="*/ 0 w 2947701"/>
              <a:gd name="connsiteY0" fmla="*/ 5050 h 3529299"/>
              <a:gd name="connsiteX1" fmla="*/ 1686214 w 2947701"/>
              <a:gd name="connsiteY1" fmla="*/ 0 h 3529299"/>
              <a:gd name="connsiteX2" fmla="*/ 1697097 w 2947701"/>
              <a:gd name="connsiteY2" fmla="*/ 449435 h 3529299"/>
              <a:gd name="connsiteX3" fmla="*/ 2287647 w 2947701"/>
              <a:gd name="connsiteY3" fmla="*/ 458961 h 3529299"/>
              <a:gd name="connsiteX4" fmla="*/ 2268596 w 2947701"/>
              <a:gd name="connsiteY4" fmla="*/ 959022 h 3529299"/>
              <a:gd name="connsiteX5" fmla="*/ 2863908 w 2947701"/>
              <a:gd name="connsiteY5" fmla="*/ 963785 h 3529299"/>
              <a:gd name="connsiteX6" fmla="*/ 2849619 w 2947701"/>
              <a:gd name="connsiteY6" fmla="*/ 1263823 h 3529299"/>
              <a:gd name="connsiteX7" fmla="*/ 2468619 w 2947701"/>
              <a:gd name="connsiteY7" fmla="*/ 1892472 h 3529299"/>
              <a:gd name="connsiteX8" fmla="*/ 1718800 w 2947701"/>
              <a:gd name="connsiteY8" fmla="*/ 2860385 h 3529299"/>
              <a:gd name="connsiteX9" fmla="*/ 558859 w 2947701"/>
              <a:gd name="connsiteY9" fmla="*/ 2878310 h 3529299"/>
              <a:gd name="connsiteX10" fmla="*/ 561457 w 2947701"/>
              <a:gd name="connsiteY10" fmla="*/ 3529299 h 3529299"/>
              <a:gd name="connsiteX0" fmla="*/ 0 w 2947701"/>
              <a:gd name="connsiteY0" fmla="*/ 5050 h 3529299"/>
              <a:gd name="connsiteX1" fmla="*/ 1686214 w 2947701"/>
              <a:gd name="connsiteY1" fmla="*/ 0 h 3529299"/>
              <a:gd name="connsiteX2" fmla="*/ 1697097 w 2947701"/>
              <a:gd name="connsiteY2" fmla="*/ 449435 h 3529299"/>
              <a:gd name="connsiteX3" fmla="*/ 2287647 w 2947701"/>
              <a:gd name="connsiteY3" fmla="*/ 458961 h 3529299"/>
              <a:gd name="connsiteX4" fmla="*/ 2268596 w 2947701"/>
              <a:gd name="connsiteY4" fmla="*/ 959022 h 3529299"/>
              <a:gd name="connsiteX5" fmla="*/ 2863908 w 2947701"/>
              <a:gd name="connsiteY5" fmla="*/ 963785 h 3529299"/>
              <a:gd name="connsiteX6" fmla="*/ 2849619 w 2947701"/>
              <a:gd name="connsiteY6" fmla="*/ 1263823 h 3529299"/>
              <a:gd name="connsiteX7" fmla="*/ 1720906 w 2947701"/>
              <a:gd name="connsiteY7" fmla="*/ 1273347 h 3529299"/>
              <a:gd name="connsiteX8" fmla="*/ 1718800 w 2947701"/>
              <a:gd name="connsiteY8" fmla="*/ 2860385 h 3529299"/>
              <a:gd name="connsiteX9" fmla="*/ 558859 w 2947701"/>
              <a:gd name="connsiteY9" fmla="*/ 2878310 h 3529299"/>
              <a:gd name="connsiteX10" fmla="*/ 561457 w 2947701"/>
              <a:gd name="connsiteY10" fmla="*/ 3529299 h 3529299"/>
              <a:gd name="connsiteX0" fmla="*/ 0 w 2947701"/>
              <a:gd name="connsiteY0" fmla="*/ 5050 h 3529299"/>
              <a:gd name="connsiteX1" fmla="*/ 1686214 w 2947701"/>
              <a:gd name="connsiteY1" fmla="*/ 0 h 3529299"/>
              <a:gd name="connsiteX2" fmla="*/ 1697097 w 2947701"/>
              <a:gd name="connsiteY2" fmla="*/ 449435 h 3529299"/>
              <a:gd name="connsiteX3" fmla="*/ 2287647 w 2947701"/>
              <a:gd name="connsiteY3" fmla="*/ 458961 h 3529299"/>
              <a:gd name="connsiteX4" fmla="*/ 2268596 w 2947701"/>
              <a:gd name="connsiteY4" fmla="*/ 959022 h 3529299"/>
              <a:gd name="connsiteX5" fmla="*/ 2863908 w 2947701"/>
              <a:gd name="connsiteY5" fmla="*/ 963785 h 3529299"/>
              <a:gd name="connsiteX6" fmla="*/ 2849619 w 2947701"/>
              <a:gd name="connsiteY6" fmla="*/ 1263823 h 3529299"/>
              <a:gd name="connsiteX7" fmla="*/ 1720906 w 2947701"/>
              <a:gd name="connsiteY7" fmla="*/ 1273347 h 3529299"/>
              <a:gd name="connsiteX8" fmla="*/ 1718800 w 2947701"/>
              <a:gd name="connsiteY8" fmla="*/ 2860385 h 3529299"/>
              <a:gd name="connsiteX9" fmla="*/ 558859 w 2947701"/>
              <a:gd name="connsiteY9" fmla="*/ 2878310 h 3529299"/>
              <a:gd name="connsiteX10" fmla="*/ 561457 w 2947701"/>
              <a:gd name="connsiteY10" fmla="*/ 3529299 h 3529299"/>
              <a:gd name="connsiteX0" fmla="*/ 0 w 2947701"/>
              <a:gd name="connsiteY0" fmla="*/ 5050 h 3529299"/>
              <a:gd name="connsiteX1" fmla="*/ 1686214 w 2947701"/>
              <a:gd name="connsiteY1" fmla="*/ 0 h 3529299"/>
              <a:gd name="connsiteX2" fmla="*/ 1697097 w 2947701"/>
              <a:gd name="connsiteY2" fmla="*/ 449435 h 3529299"/>
              <a:gd name="connsiteX3" fmla="*/ 2287647 w 2947701"/>
              <a:gd name="connsiteY3" fmla="*/ 458961 h 3529299"/>
              <a:gd name="connsiteX4" fmla="*/ 2268596 w 2947701"/>
              <a:gd name="connsiteY4" fmla="*/ 959022 h 3529299"/>
              <a:gd name="connsiteX5" fmla="*/ 2863908 w 2947701"/>
              <a:gd name="connsiteY5" fmla="*/ 963785 h 3529299"/>
              <a:gd name="connsiteX6" fmla="*/ 2849619 w 2947701"/>
              <a:gd name="connsiteY6" fmla="*/ 1263823 h 3529299"/>
              <a:gd name="connsiteX7" fmla="*/ 1720906 w 2947701"/>
              <a:gd name="connsiteY7" fmla="*/ 1273347 h 3529299"/>
              <a:gd name="connsiteX8" fmla="*/ 1718800 w 2947701"/>
              <a:gd name="connsiteY8" fmla="*/ 2860385 h 3529299"/>
              <a:gd name="connsiteX9" fmla="*/ 558859 w 2947701"/>
              <a:gd name="connsiteY9" fmla="*/ 2878310 h 3529299"/>
              <a:gd name="connsiteX10" fmla="*/ 561457 w 2947701"/>
              <a:gd name="connsiteY10" fmla="*/ 3529299 h 3529299"/>
              <a:gd name="connsiteX0" fmla="*/ 0 w 2947701"/>
              <a:gd name="connsiteY0" fmla="*/ 5050 h 3529299"/>
              <a:gd name="connsiteX1" fmla="*/ 1686214 w 2947701"/>
              <a:gd name="connsiteY1" fmla="*/ 0 h 3529299"/>
              <a:gd name="connsiteX2" fmla="*/ 1697097 w 2947701"/>
              <a:gd name="connsiteY2" fmla="*/ 449435 h 3529299"/>
              <a:gd name="connsiteX3" fmla="*/ 2287647 w 2947701"/>
              <a:gd name="connsiteY3" fmla="*/ 458961 h 3529299"/>
              <a:gd name="connsiteX4" fmla="*/ 2268596 w 2947701"/>
              <a:gd name="connsiteY4" fmla="*/ 959022 h 3529299"/>
              <a:gd name="connsiteX5" fmla="*/ 2863908 w 2947701"/>
              <a:gd name="connsiteY5" fmla="*/ 963785 h 3529299"/>
              <a:gd name="connsiteX6" fmla="*/ 2849619 w 2947701"/>
              <a:gd name="connsiteY6" fmla="*/ 1263823 h 3529299"/>
              <a:gd name="connsiteX7" fmla="*/ 1720906 w 2947701"/>
              <a:gd name="connsiteY7" fmla="*/ 1273347 h 3529299"/>
              <a:gd name="connsiteX8" fmla="*/ 1718800 w 2947701"/>
              <a:gd name="connsiteY8" fmla="*/ 2860385 h 3529299"/>
              <a:gd name="connsiteX9" fmla="*/ 558859 w 2947701"/>
              <a:gd name="connsiteY9" fmla="*/ 2878310 h 3529299"/>
              <a:gd name="connsiteX10" fmla="*/ 561457 w 2947701"/>
              <a:gd name="connsiteY10" fmla="*/ 3529299 h 3529299"/>
              <a:gd name="connsiteX0" fmla="*/ 0 w 2947701"/>
              <a:gd name="connsiteY0" fmla="*/ 5050 h 3529299"/>
              <a:gd name="connsiteX1" fmla="*/ 1686214 w 2947701"/>
              <a:gd name="connsiteY1" fmla="*/ 0 h 3529299"/>
              <a:gd name="connsiteX2" fmla="*/ 1697097 w 2947701"/>
              <a:gd name="connsiteY2" fmla="*/ 449435 h 3529299"/>
              <a:gd name="connsiteX3" fmla="*/ 2287647 w 2947701"/>
              <a:gd name="connsiteY3" fmla="*/ 458961 h 3529299"/>
              <a:gd name="connsiteX4" fmla="*/ 2268596 w 2947701"/>
              <a:gd name="connsiteY4" fmla="*/ 959022 h 3529299"/>
              <a:gd name="connsiteX5" fmla="*/ 2863908 w 2947701"/>
              <a:gd name="connsiteY5" fmla="*/ 963785 h 3529299"/>
              <a:gd name="connsiteX6" fmla="*/ 2849619 w 2947701"/>
              <a:gd name="connsiteY6" fmla="*/ 1263823 h 3529299"/>
              <a:gd name="connsiteX7" fmla="*/ 1720906 w 2947701"/>
              <a:gd name="connsiteY7" fmla="*/ 1273347 h 3529299"/>
              <a:gd name="connsiteX8" fmla="*/ 1718800 w 2947701"/>
              <a:gd name="connsiteY8" fmla="*/ 2860385 h 3529299"/>
              <a:gd name="connsiteX9" fmla="*/ 558859 w 2947701"/>
              <a:gd name="connsiteY9" fmla="*/ 2878310 h 3529299"/>
              <a:gd name="connsiteX10" fmla="*/ 561457 w 2947701"/>
              <a:gd name="connsiteY10" fmla="*/ 3529299 h 3529299"/>
              <a:gd name="connsiteX0" fmla="*/ 0 w 2947701"/>
              <a:gd name="connsiteY0" fmla="*/ 5050 h 3529299"/>
              <a:gd name="connsiteX1" fmla="*/ 1686214 w 2947701"/>
              <a:gd name="connsiteY1" fmla="*/ 0 h 3529299"/>
              <a:gd name="connsiteX2" fmla="*/ 1697097 w 2947701"/>
              <a:gd name="connsiteY2" fmla="*/ 449435 h 3529299"/>
              <a:gd name="connsiteX3" fmla="*/ 2287647 w 2947701"/>
              <a:gd name="connsiteY3" fmla="*/ 458961 h 3529299"/>
              <a:gd name="connsiteX4" fmla="*/ 2268596 w 2947701"/>
              <a:gd name="connsiteY4" fmla="*/ 959022 h 3529299"/>
              <a:gd name="connsiteX5" fmla="*/ 2863908 w 2947701"/>
              <a:gd name="connsiteY5" fmla="*/ 963785 h 3529299"/>
              <a:gd name="connsiteX6" fmla="*/ 2849619 w 2947701"/>
              <a:gd name="connsiteY6" fmla="*/ 1263823 h 3529299"/>
              <a:gd name="connsiteX7" fmla="*/ 1720906 w 2947701"/>
              <a:gd name="connsiteY7" fmla="*/ 1273347 h 3529299"/>
              <a:gd name="connsiteX8" fmla="*/ 1718800 w 2947701"/>
              <a:gd name="connsiteY8" fmla="*/ 2860385 h 3529299"/>
              <a:gd name="connsiteX9" fmla="*/ 558859 w 2947701"/>
              <a:gd name="connsiteY9" fmla="*/ 2878310 h 3529299"/>
              <a:gd name="connsiteX10" fmla="*/ 561457 w 2947701"/>
              <a:gd name="connsiteY10" fmla="*/ 3529299 h 3529299"/>
              <a:gd name="connsiteX0" fmla="*/ 0 w 2947701"/>
              <a:gd name="connsiteY0" fmla="*/ 5050 h 3529299"/>
              <a:gd name="connsiteX1" fmla="*/ 1686214 w 2947701"/>
              <a:gd name="connsiteY1" fmla="*/ 0 h 3529299"/>
              <a:gd name="connsiteX2" fmla="*/ 1697097 w 2947701"/>
              <a:gd name="connsiteY2" fmla="*/ 449435 h 3529299"/>
              <a:gd name="connsiteX3" fmla="*/ 2287647 w 2947701"/>
              <a:gd name="connsiteY3" fmla="*/ 458961 h 3529299"/>
              <a:gd name="connsiteX4" fmla="*/ 2268596 w 2947701"/>
              <a:gd name="connsiteY4" fmla="*/ 959022 h 3529299"/>
              <a:gd name="connsiteX5" fmla="*/ 2863908 w 2947701"/>
              <a:gd name="connsiteY5" fmla="*/ 963785 h 3529299"/>
              <a:gd name="connsiteX6" fmla="*/ 2849619 w 2947701"/>
              <a:gd name="connsiteY6" fmla="*/ 1263823 h 3529299"/>
              <a:gd name="connsiteX7" fmla="*/ 1720906 w 2947701"/>
              <a:gd name="connsiteY7" fmla="*/ 1273347 h 3529299"/>
              <a:gd name="connsiteX8" fmla="*/ 1718800 w 2947701"/>
              <a:gd name="connsiteY8" fmla="*/ 2860385 h 3529299"/>
              <a:gd name="connsiteX9" fmla="*/ 558859 w 2947701"/>
              <a:gd name="connsiteY9" fmla="*/ 2878310 h 3529299"/>
              <a:gd name="connsiteX10" fmla="*/ 561457 w 2947701"/>
              <a:gd name="connsiteY10" fmla="*/ 3529299 h 3529299"/>
              <a:gd name="connsiteX0" fmla="*/ 0 w 2877165"/>
              <a:gd name="connsiteY0" fmla="*/ 5050 h 3529299"/>
              <a:gd name="connsiteX1" fmla="*/ 1686214 w 2877165"/>
              <a:gd name="connsiteY1" fmla="*/ 0 h 3529299"/>
              <a:gd name="connsiteX2" fmla="*/ 1697097 w 2877165"/>
              <a:gd name="connsiteY2" fmla="*/ 449435 h 3529299"/>
              <a:gd name="connsiteX3" fmla="*/ 2287647 w 2877165"/>
              <a:gd name="connsiteY3" fmla="*/ 458961 h 3529299"/>
              <a:gd name="connsiteX4" fmla="*/ 2268596 w 2877165"/>
              <a:gd name="connsiteY4" fmla="*/ 959022 h 3529299"/>
              <a:gd name="connsiteX5" fmla="*/ 2863908 w 2877165"/>
              <a:gd name="connsiteY5" fmla="*/ 963785 h 3529299"/>
              <a:gd name="connsiteX6" fmla="*/ 2849619 w 2877165"/>
              <a:gd name="connsiteY6" fmla="*/ 1263823 h 3529299"/>
              <a:gd name="connsiteX7" fmla="*/ 1720906 w 2877165"/>
              <a:gd name="connsiteY7" fmla="*/ 1273347 h 3529299"/>
              <a:gd name="connsiteX8" fmla="*/ 1718800 w 2877165"/>
              <a:gd name="connsiteY8" fmla="*/ 2860385 h 3529299"/>
              <a:gd name="connsiteX9" fmla="*/ 558859 w 2877165"/>
              <a:gd name="connsiteY9" fmla="*/ 2878310 h 3529299"/>
              <a:gd name="connsiteX10" fmla="*/ 561457 w 2877165"/>
              <a:gd name="connsiteY10" fmla="*/ 3529299 h 3529299"/>
              <a:gd name="connsiteX0" fmla="*/ 0 w 2872288"/>
              <a:gd name="connsiteY0" fmla="*/ 5050 h 3529299"/>
              <a:gd name="connsiteX1" fmla="*/ 1686214 w 2872288"/>
              <a:gd name="connsiteY1" fmla="*/ 0 h 3529299"/>
              <a:gd name="connsiteX2" fmla="*/ 1697097 w 2872288"/>
              <a:gd name="connsiteY2" fmla="*/ 449435 h 3529299"/>
              <a:gd name="connsiteX3" fmla="*/ 2287647 w 2872288"/>
              <a:gd name="connsiteY3" fmla="*/ 458961 h 3529299"/>
              <a:gd name="connsiteX4" fmla="*/ 2268596 w 2872288"/>
              <a:gd name="connsiteY4" fmla="*/ 959022 h 3529299"/>
              <a:gd name="connsiteX5" fmla="*/ 2863908 w 2872288"/>
              <a:gd name="connsiteY5" fmla="*/ 963785 h 3529299"/>
              <a:gd name="connsiteX6" fmla="*/ 2849619 w 2872288"/>
              <a:gd name="connsiteY6" fmla="*/ 1263823 h 3529299"/>
              <a:gd name="connsiteX7" fmla="*/ 1720906 w 2872288"/>
              <a:gd name="connsiteY7" fmla="*/ 1273347 h 3529299"/>
              <a:gd name="connsiteX8" fmla="*/ 1718800 w 2872288"/>
              <a:gd name="connsiteY8" fmla="*/ 2860385 h 3529299"/>
              <a:gd name="connsiteX9" fmla="*/ 558859 w 2872288"/>
              <a:gd name="connsiteY9" fmla="*/ 2878310 h 3529299"/>
              <a:gd name="connsiteX10" fmla="*/ 561457 w 2872288"/>
              <a:gd name="connsiteY10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63785 h 3529299"/>
              <a:gd name="connsiteX6" fmla="*/ 2849619 w 2863908"/>
              <a:gd name="connsiteY6" fmla="*/ 1263823 h 3529299"/>
              <a:gd name="connsiteX7" fmla="*/ 1720906 w 2863908"/>
              <a:gd name="connsiteY7" fmla="*/ 1273347 h 3529299"/>
              <a:gd name="connsiteX8" fmla="*/ 1718800 w 2863908"/>
              <a:gd name="connsiteY8" fmla="*/ 2860385 h 3529299"/>
              <a:gd name="connsiteX9" fmla="*/ 558859 w 2863908"/>
              <a:gd name="connsiteY9" fmla="*/ 2878310 h 3529299"/>
              <a:gd name="connsiteX10" fmla="*/ 561457 w 2863908"/>
              <a:gd name="connsiteY10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63785 h 3529299"/>
              <a:gd name="connsiteX6" fmla="*/ 2849619 w 2863908"/>
              <a:gd name="connsiteY6" fmla="*/ 1263823 h 3529299"/>
              <a:gd name="connsiteX7" fmla="*/ 1720906 w 2863908"/>
              <a:gd name="connsiteY7" fmla="*/ 1273347 h 3529299"/>
              <a:gd name="connsiteX8" fmla="*/ 1718800 w 2863908"/>
              <a:gd name="connsiteY8" fmla="*/ 2860385 h 3529299"/>
              <a:gd name="connsiteX9" fmla="*/ 558859 w 2863908"/>
              <a:gd name="connsiteY9" fmla="*/ 2878310 h 3529299"/>
              <a:gd name="connsiteX10" fmla="*/ 561457 w 2863908"/>
              <a:gd name="connsiteY10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63785 h 3529299"/>
              <a:gd name="connsiteX6" fmla="*/ 2849619 w 2863908"/>
              <a:gd name="connsiteY6" fmla="*/ 1263823 h 3529299"/>
              <a:gd name="connsiteX7" fmla="*/ 1720906 w 2863908"/>
              <a:gd name="connsiteY7" fmla="*/ 1273347 h 3529299"/>
              <a:gd name="connsiteX8" fmla="*/ 1718800 w 2863908"/>
              <a:gd name="connsiteY8" fmla="*/ 2860385 h 3529299"/>
              <a:gd name="connsiteX9" fmla="*/ 558859 w 2863908"/>
              <a:gd name="connsiteY9" fmla="*/ 2878310 h 3529299"/>
              <a:gd name="connsiteX10" fmla="*/ 561457 w 2863908"/>
              <a:gd name="connsiteY10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63785 h 3529299"/>
              <a:gd name="connsiteX6" fmla="*/ 2849619 w 2863908"/>
              <a:gd name="connsiteY6" fmla="*/ 1263823 h 3529299"/>
              <a:gd name="connsiteX7" fmla="*/ 1720906 w 2863908"/>
              <a:gd name="connsiteY7" fmla="*/ 1273347 h 3529299"/>
              <a:gd name="connsiteX8" fmla="*/ 1718800 w 2863908"/>
              <a:gd name="connsiteY8" fmla="*/ 2860385 h 3529299"/>
              <a:gd name="connsiteX9" fmla="*/ 558859 w 2863908"/>
              <a:gd name="connsiteY9" fmla="*/ 2878310 h 3529299"/>
              <a:gd name="connsiteX10" fmla="*/ 561457 w 2863908"/>
              <a:gd name="connsiteY10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63785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18800 w 2863908"/>
              <a:gd name="connsiteY8" fmla="*/ 2860385 h 3529299"/>
              <a:gd name="connsiteX9" fmla="*/ 558859 w 2863908"/>
              <a:gd name="connsiteY9" fmla="*/ 2878310 h 3529299"/>
              <a:gd name="connsiteX10" fmla="*/ 561457 w 2863908"/>
              <a:gd name="connsiteY10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63785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18800 w 2863908"/>
              <a:gd name="connsiteY8" fmla="*/ 2860385 h 3529299"/>
              <a:gd name="connsiteX9" fmla="*/ 558859 w 2863908"/>
              <a:gd name="connsiteY9" fmla="*/ 2878310 h 3529299"/>
              <a:gd name="connsiteX10" fmla="*/ 561457 w 2863908"/>
              <a:gd name="connsiteY10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63785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18800 w 2863908"/>
              <a:gd name="connsiteY8" fmla="*/ 2860385 h 3529299"/>
              <a:gd name="connsiteX9" fmla="*/ 558859 w 2863908"/>
              <a:gd name="connsiteY9" fmla="*/ 2878310 h 3529299"/>
              <a:gd name="connsiteX10" fmla="*/ 561457 w 2863908"/>
              <a:gd name="connsiteY10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18800 w 2863908"/>
              <a:gd name="connsiteY8" fmla="*/ 2860385 h 3529299"/>
              <a:gd name="connsiteX9" fmla="*/ 558859 w 2863908"/>
              <a:gd name="connsiteY9" fmla="*/ 2878310 h 3529299"/>
              <a:gd name="connsiteX10" fmla="*/ 561457 w 2863908"/>
              <a:gd name="connsiteY10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01857 w 2863908"/>
              <a:gd name="connsiteY8" fmla="*/ 1735310 h 3529299"/>
              <a:gd name="connsiteX9" fmla="*/ 1718800 w 2863908"/>
              <a:gd name="connsiteY9" fmla="*/ 2860385 h 3529299"/>
              <a:gd name="connsiteX10" fmla="*/ 558859 w 2863908"/>
              <a:gd name="connsiteY10" fmla="*/ 2878310 h 3529299"/>
              <a:gd name="connsiteX11" fmla="*/ 561457 w 2863908"/>
              <a:gd name="connsiteY11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01857 w 2863908"/>
              <a:gd name="connsiteY8" fmla="*/ 1735310 h 3529299"/>
              <a:gd name="connsiteX9" fmla="*/ 1763769 w 2863908"/>
              <a:gd name="connsiteY9" fmla="*/ 2197272 h 3529299"/>
              <a:gd name="connsiteX10" fmla="*/ 1718800 w 2863908"/>
              <a:gd name="connsiteY10" fmla="*/ 2860385 h 3529299"/>
              <a:gd name="connsiteX11" fmla="*/ 558859 w 2863908"/>
              <a:gd name="connsiteY11" fmla="*/ 2878310 h 3529299"/>
              <a:gd name="connsiteX12" fmla="*/ 561457 w 2863908"/>
              <a:gd name="connsiteY12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01857 w 2863908"/>
              <a:gd name="connsiteY8" fmla="*/ 1735310 h 3529299"/>
              <a:gd name="connsiteX9" fmla="*/ 2030469 w 2863908"/>
              <a:gd name="connsiteY9" fmla="*/ 1754360 h 3529299"/>
              <a:gd name="connsiteX10" fmla="*/ 1718800 w 2863908"/>
              <a:gd name="connsiteY10" fmla="*/ 2860385 h 3529299"/>
              <a:gd name="connsiteX11" fmla="*/ 558859 w 2863908"/>
              <a:gd name="connsiteY11" fmla="*/ 2878310 h 3529299"/>
              <a:gd name="connsiteX12" fmla="*/ 561457 w 2863908"/>
              <a:gd name="connsiteY12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01857 w 2863908"/>
              <a:gd name="connsiteY8" fmla="*/ 1735310 h 3529299"/>
              <a:gd name="connsiteX9" fmla="*/ 2030469 w 2863908"/>
              <a:gd name="connsiteY9" fmla="*/ 1754360 h 3529299"/>
              <a:gd name="connsiteX10" fmla="*/ 1878069 w 2863908"/>
              <a:gd name="connsiteY10" fmla="*/ 2611610 h 3529299"/>
              <a:gd name="connsiteX11" fmla="*/ 1718800 w 2863908"/>
              <a:gd name="connsiteY11" fmla="*/ 2860385 h 3529299"/>
              <a:gd name="connsiteX12" fmla="*/ 558859 w 2863908"/>
              <a:gd name="connsiteY12" fmla="*/ 2878310 h 3529299"/>
              <a:gd name="connsiteX13" fmla="*/ 561457 w 2863908"/>
              <a:gd name="connsiteY13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01857 w 2863908"/>
              <a:gd name="connsiteY8" fmla="*/ 1735310 h 3529299"/>
              <a:gd name="connsiteX9" fmla="*/ 2030469 w 2863908"/>
              <a:gd name="connsiteY9" fmla="*/ 1754360 h 3529299"/>
              <a:gd name="connsiteX10" fmla="*/ 1725669 w 2863908"/>
              <a:gd name="connsiteY10" fmla="*/ 2082973 h 3529299"/>
              <a:gd name="connsiteX11" fmla="*/ 1718800 w 2863908"/>
              <a:gd name="connsiteY11" fmla="*/ 2860385 h 3529299"/>
              <a:gd name="connsiteX12" fmla="*/ 558859 w 2863908"/>
              <a:gd name="connsiteY12" fmla="*/ 2878310 h 3529299"/>
              <a:gd name="connsiteX13" fmla="*/ 561457 w 2863908"/>
              <a:gd name="connsiteY13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01857 w 2863908"/>
              <a:gd name="connsiteY8" fmla="*/ 1735310 h 3529299"/>
              <a:gd name="connsiteX9" fmla="*/ 2030469 w 2863908"/>
              <a:gd name="connsiteY9" fmla="*/ 1754360 h 3529299"/>
              <a:gd name="connsiteX10" fmla="*/ 1906644 w 2863908"/>
              <a:gd name="connsiteY10" fmla="*/ 1901997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01857 w 2863908"/>
              <a:gd name="connsiteY8" fmla="*/ 1735310 h 3529299"/>
              <a:gd name="connsiteX9" fmla="*/ 2030469 w 2863908"/>
              <a:gd name="connsiteY9" fmla="*/ 1754360 h 3529299"/>
              <a:gd name="connsiteX10" fmla="*/ 2039994 w 2863908"/>
              <a:gd name="connsiteY10" fmla="*/ 2054397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01857 w 2863908"/>
              <a:gd name="connsiteY8" fmla="*/ 1735310 h 3529299"/>
              <a:gd name="connsiteX9" fmla="*/ 2030469 w 2863908"/>
              <a:gd name="connsiteY9" fmla="*/ 1754360 h 3529299"/>
              <a:gd name="connsiteX10" fmla="*/ 2039994 w 2863908"/>
              <a:gd name="connsiteY10" fmla="*/ 2054397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01857 w 2863908"/>
              <a:gd name="connsiteY8" fmla="*/ 1735310 h 3529299"/>
              <a:gd name="connsiteX9" fmla="*/ 2030469 w 2863908"/>
              <a:gd name="connsiteY9" fmla="*/ 1754360 h 3529299"/>
              <a:gd name="connsiteX10" fmla="*/ 2039994 w 2863908"/>
              <a:gd name="connsiteY10" fmla="*/ 2054397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01857 w 2863908"/>
              <a:gd name="connsiteY8" fmla="*/ 1735310 h 3529299"/>
              <a:gd name="connsiteX9" fmla="*/ 2030469 w 2863908"/>
              <a:gd name="connsiteY9" fmla="*/ 1754360 h 3529299"/>
              <a:gd name="connsiteX10" fmla="*/ 2039994 w 2863908"/>
              <a:gd name="connsiteY10" fmla="*/ 2054397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01857 w 2863908"/>
              <a:gd name="connsiteY8" fmla="*/ 1735310 h 3529299"/>
              <a:gd name="connsiteX9" fmla="*/ 2030469 w 2863908"/>
              <a:gd name="connsiteY9" fmla="*/ 1754360 h 3529299"/>
              <a:gd name="connsiteX10" fmla="*/ 2039994 w 2863908"/>
              <a:gd name="connsiteY10" fmla="*/ 2054397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01857 w 2863908"/>
              <a:gd name="connsiteY8" fmla="*/ 1735310 h 3529299"/>
              <a:gd name="connsiteX9" fmla="*/ 2030469 w 2863908"/>
              <a:gd name="connsiteY9" fmla="*/ 1754360 h 3529299"/>
              <a:gd name="connsiteX10" fmla="*/ 1997132 w 2863908"/>
              <a:gd name="connsiteY10" fmla="*/ 1968672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01857 w 2863908"/>
              <a:gd name="connsiteY8" fmla="*/ 1735310 h 3529299"/>
              <a:gd name="connsiteX9" fmla="*/ 2030469 w 2863908"/>
              <a:gd name="connsiteY9" fmla="*/ 1754360 h 3529299"/>
              <a:gd name="connsiteX10" fmla="*/ 2025707 w 2863908"/>
              <a:gd name="connsiteY10" fmla="*/ 2059159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01857 w 2863908"/>
              <a:gd name="connsiteY8" fmla="*/ 1735310 h 3529299"/>
              <a:gd name="connsiteX9" fmla="*/ 2030469 w 2863908"/>
              <a:gd name="connsiteY9" fmla="*/ 1754360 h 3529299"/>
              <a:gd name="connsiteX10" fmla="*/ 2025707 w 2863908"/>
              <a:gd name="connsiteY10" fmla="*/ 2059159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01857 w 2863908"/>
              <a:gd name="connsiteY8" fmla="*/ 1735310 h 3529299"/>
              <a:gd name="connsiteX9" fmla="*/ 2030469 w 2863908"/>
              <a:gd name="connsiteY9" fmla="*/ 1754360 h 3529299"/>
              <a:gd name="connsiteX10" fmla="*/ 1992369 w 2863908"/>
              <a:gd name="connsiteY10" fmla="*/ 2025821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01857 w 2863908"/>
              <a:gd name="connsiteY8" fmla="*/ 1735310 h 3529299"/>
              <a:gd name="connsiteX9" fmla="*/ 2030469 w 2863908"/>
              <a:gd name="connsiteY9" fmla="*/ 1754360 h 3529299"/>
              <a:gd name="connsiteX10" fmla="*/ 1992369 w 2863908"/>
              <a:gd name="connsiteY10" fmla="*/ 2025821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01857 w 2863908"/>
              <a:gd name="connsiteY8" fmla="*/ 1735310 h 3529299"/>
              <a:gd name="connsiteX9" fmla="*/ 2030469 w 2863908"/>
              <a:gd name="connsiteY9" fmla="*/ 1754360 h 3529299"/>
              <a:gd name="connsiteX10" fmla="*/ 2001894 w 2863908"/>
              <a:gd name="connsiteY10" fmla="*/ 2068684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01857 w 2863908"/>
              <a:gd name="connsiteY8" fmla="*/ 1735310 h 3529299"/>
              <a:gd name="connsiteX9" fmla="*/ 1978082 w 2863908"/>
              <a:gd name="connsiteY9" fmla="*/ 1854373 h 3529299"/>
              <a:gd name="connsiteX10" fmla="*/ 2001894 w 2863908"/>
              <a:gd name="connsiteY10" fmla="*/ 2068684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01857 w 2863908"/>
              <a:gd name="connsiteY8" fmla="*/ 1735310 h 3529299"/>
              <a:gd name="connsiteX9" fmla="*/ 1978082 w 2863908"/>
              <a:gd name="connsiteY9" fmla="*/ 1854373 h 3529299"/>
              <a:gd name="connsiteX10" fmla="*/ 2001894 w 2863908"/>
              <a:gd name="connsiteY10" fmla="*/ 2068684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01857 w 2863908"/>
              <a:gd name="connsiteY8" fmla="*/ 1735310 h 3529299"/>
              <a:gd name="connsiteX9" fmla="*/ 1978082 w 2863908"/>
              <a:gd name="connsiteY9" fmla="*/ 1854373 h 3529299"/>
              <a:gd name="connsiteX10" fmla="*/ 2001894 w 2863908"/>
              <a:gd name="connsiteY10" fmla="*/ 2068684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01857 w 2863908"/>
              <a:gd name="connsiteY8" fmla="*/ 1735310 h 3529299"/>
              <a:gd name="connsiteX9" fmla="*/ 2001894 w 2863908"/>
              <a:gd name="connsiteY9" fmla="*/ 1849611 h 3529299"/>
              <a:gd name="connsiteX10" fmla="*/ 2001894 w 2863908"/>
              <a:gd name="connsiteY10" fmla="*/ 2068684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01857 w 2863908"/>
              <a:gd name="connsiteY8" fmla="*/ 1735310 h 3529299"/>
              <a:gd name="connsiteX9" fmla="*/ 2001894 w 2863908"/>
              <a:gd name="connsiteY9" fmla="*/ 1849611 h 3529299"/>
              <a:gd name="connsiteX10" fmla="*/ 2001894 w 2863908"/>
              <a:gd name="connsiteY10" fmla="*/ 2068684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30432 w 2863908"/>
              <a:gd name="connsiteY8" fmla="*/ 1882948 h 3529299"/>
              <a:gd name="connsiteX9" fmla="*/ 2001894 w 2863908"/>
              <a:gd name="connsiteY9" fmla="*/ 1849611 h 3529299"/>
              <a:gd name="connsiteX10" fmla="*/ 2001894 w 2863908"/>
              <a:gd name="connsiteY10" fmla="*/ 2068684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30432 w 2863908"/>
              <a:gd name="connsiteY8" fmla="*/ 1835323 h 3529299"/>
              <a:gd name="connsiteX9" fmla="*/ 2001894 w 2863908"/>
              <a:gd name="connsiteY9" fmla="*/ 1849611 h 3529299"/>
              <a:gd name="connsiteX10" fmla="*/ 2001894 w 2863908"/>
              <a:gd name="connsiteY10" fmla="*/ 2068684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73347 h 3529299"/>
              <a:gd name="connsiteX8" fmla="*/ 1730432 w 2863908"/>
              <a:gd name="connsiteY8" fmla="*/ 1835323 h 3529299"/>
              <a:gd name="connsiteX9" fmla="*/ 2001894 w 2863908"/>
              <a:gd name="connsiteY9" fmla="*/ 1849611 h 3529299"/>
              <a:gd name="connsiteX10" fmla="*/ 2001894 w 2863908"/>
              <a:gd name="connsiteY10" fmla="*/ 2068684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92397 h 3529299"/>
              <a:gd name="connsiteX8" fmla="*/ 1730432 w 2863908"/>
              <a:gd name="connsiteY8" fmla="*/ 1835323 h 3529299"/>
              <a:gd name="connsiteX9" fmla="*/ 2001894 w 2863908"/>
              <a:gd name="connsiteY9" fmla="*/ 1849611 h 3529299"/>
              <a:gd name="connsiteX10" fmla="*/ 2001894 w 2863908"/>
              <a:gd name="connsiteY10" fmla="*/ 2068684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92397 h 3529299"/>
              <a:gd name="connsiteX8" fmla="*/ 1730432 w 2863908"/>
              <a:gd name="connsiteY8" fmla="*/ 1835323 h 3529299"/>
              <a:gd name="connsiteX9" fmla="*/ 2001894 w 2863908"/>
              <a:gd name="connsiteY9" fmla="*/ 1849611 h 3529299"/>
              <a:gd name="connsiteX10" fmla="*/ 2001894 w 2863908"/>
              <a:gd name="connsiteY10" fmla="*/ 2068684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92397 h 3529299"/>
              <a:gd name="connsiteX8" fmla="*/ 1730432 w 2863908"/>
              <a:gd name="connsiteY8" fmla="*/ 1835323 h 3529299"/>
              <a:gd name="connsiteX9" fmla="*/ 2001894 w 2863908"/>
              <a:gd name="connsiteY9" fmla="*/ 1849611 h 3529299"/>
              <a:gd name="connsiteX10" fmla="*/ 2001894 w 2863908"/>
              <a:gd name="connsiteY10" fmla="*/ 2068684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92397 h 3529299"/>
              <a:gd name="connsiteX8" fmla="*/ 1730432 w 2863908"/>
              <a:gd name="connsiteY8" fmla="*/ 1878186 h 3529299"/>
              <a:gd name="connsiteX9" fmla="*/ 2001894 w 2863908"/>
              <a:gd name="connsiteY9" fmla="*/ 1849611 h 3529299"/>
              <a:gd name="connsiteX10" fmla="*/ 2001894 w 2863908"/>
              <a:gd name="connsiteY10" fmla="*/ 2068684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92397 h 3529299"/>
              <a:gd name="connsiteX8" fmla="*/ 1730432 w 2863908"/>
              <a:gd name="connsiteY8" fmla="*/ 1878186 h 3529299"/>
              <a:gd name="connsiteX9" fmla="*/ 2001894 w 2863908"/>
              <a:gd name="connsiteY9" fmla="*/ 1892474 h 3529299"/>
              <a:gd name="connsiteX10" fmla="*/ 2001894 w 2863908"/>
              <a:gd name="connsiteY10" fmla="*/ 2068684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92397 h 3529299"/>
              <a:gd name="connsiteX8" fmla="*/ 1730432 w 2863908"/>
              <a:gd name="connsiteY8" fmla="*/ 1749598 h 3529299"/>
              <a:gd name="connsiteX9" fmla="*/ 2001894 w 2863908"/>
              <a:gd name="connsiteY9" fmla="*/ 1892474 h 3529299"/>
              <a:gd name="connsiteX10" fmla="*/ 2001894 w 2863908"/>
              <a:gd name="connsiteY10" fmla="*/ 2068684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92397 h 3529299"/>
              <a:gd name="connsiteX8" fmla="*/ 1730432 w 2863908"/>
              <a:gd name="connsiteY8" fmla="*/ 1749598 h 3529299"/>
              <a:gd name="connsiteX9" fmla="*/ 2011419 w 2863908"/>
              <a:gd name="connsiteY9" fmla="*/ 1768649 h 3529299"/>
              <a:gd name="connsiteX10" fmla="*/ 2001894 w 2863908"/>
              <a:gd name="connsiteY10" fmla="*/ 2068684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92397 h 3529299"/>
              <a:gd name="connsiteX8" fmla="*/ 1730432 w 2863908"/>
              <a:gd name="connsiteY8" fmla="*/ 1749598 h 3529299"/>
              <a:gd name="connsiteX9" fmla="*/ 2011419 w 2863908"/>
              <a:gd name="connsiteY9" fmla="*/ 1768649 h 3529299"/>
              <a:gd name="connsiteX10" fmla="*/ 2016181 w 2863908"/>
              <a:gd name="connsiteY10" fmla="*/ 1940097 h 3529299"/>
              <a:gd name="connsiteX11" fmla="*/ 1725669 w 2863908"/>
              <a:gd name="connsiteY11" fmla="*/ 2082973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  <a:gd name="connsiteX0" fmla="*/ 0 w 2863908"/>
              <a:gd name="connsiteY0" fmla="*/ 5050 h 3529299"/>
              <a:gd name="connsiteX1" fmla="*/ 1686214 w 2863908"/>
              <a:gd name="connsiteY1" fmla="*/ 0 h 3529299"/>
              <a:gd name="connsiteX2" fmla="*/ 1697097 w 2863908"/>
              <a:gd name="connsiteY2" fmla="*/ 449435 h 3529299"/>
              <a:gd name="connsiteX3" fmla="*/ 2287647 w 2863908"/>
              <a:gd name="connsiteY3" fmla="*/ 458961 h 3529299"/>
              <a:gd name="connsiteX4" fmla="*/ 2268596 w 2863908"/>
              <a:gd name="connsiteY4" fmla="*/ 959022 h 3529299"/>
              <a:gd name="connsiteX5" fmla="*/ 2863908 w 2863908"/>
              <a:gd name="connsiteY5" fmla="*/ 949497 h 3529299"/>
              <a:gd name="connsiteX6" fmla="*/ 2844857 w 2863908"/>
              <a:gd name="connsiteY6" fmla="*/ 1106660 h 3529299"/>
              <a:gd name="connsiteX7" fmla="*/ 1720906 w 2863908"/>
              <a:gd name="connsiteY7" fmla="*/ 1292397 h 3529299"/>
              <a:gd name="connsiteX8" fmla="*/ 1730432 w 2863908"/>
              <a:gd name="connsiteY8" fmla="*/ 1749598 h 3529299"/>
              <a:gd name="connsiteX9" fmla="*/ 2011419 w 2863908"/>
              <a:gd name="connsiteY9" fmla="*/ 1768649 h 3529299"/>
              <a:gd name="connsiteX10" fmla="*/ 2016181 w 2863908"/>
              <a:gd name="connsiteY10" fmla="*/ 1940097 h 3529299"/>
              <a:gd name="connsiteX11" fmla="*/ 1735194 w 2863908"/>
              <a:gd name="connsiteY11" fmla="*/ 1897236 h 3529299"/>
              <a:gd name="connsiteX12" fmla="*/ 1718800 w 2863908"/>
              <a:gd name="connsiteY12" fmla="*/ 2860385 h 3529299"/>
              <a:gd name="connsiteX13" fmla="*/ 558859 w 2863908"/>
              <a:gd name="connsiteY13" fmla="*/ 2878310 h 3529299"/>
              <a:gd name="connsiteX14" fmla="*/ 561457 w 2863908"/>
              <a:gd name="connsiteY14" fmla="*/ 3529299 h 3529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63908" h="3529299">
                <a:moveTo>
                  <a:pt x="0" y="5050"/>
                </a:moveTo>
                <a:lnTo>
                  <a:pt x="1686214" y="0"/>
                </a:lnTo>
                <a:cubicBezTo>
                  <a:pt x="1687283" y="221701"/>
                  <a:pt x="1691666" y="-27296"/>
                  <a:pt x="1697097" y="449435"/>
                </a:cubicBezTo>
                <a:cubicBezTo>
                  <a:pt x="2026730" y="478303"/>
                  <a:pt x="1840324" y="476236"/>
                  <a:pt x="2287647" y="458961"/>
                </a:cubicBezTo>
                <a:cubicBezTo>
                  <a:pt x="2286059" y="692323"/>
                  <a:pt x="2282442" y="630222"/>
                  <a:pt x="2268596" y="959022"/>
                </a:cubicBezTo>
                <a:cubicBezTo>
                  <a:pt x="2446396" y="972515"/>
                  <a:pt x="2641216" y="942166"/>
                  <a:pt x="2863908" y="949497"/>
                </a:cubicBezTo>
                <a:cubicBezTo>
                  <a:pt x="2848032" y="1105866"/>
                  <a:pt x="2845208" y="942960"/>
                  <a:pt x="2844857" y="1106660"/>
                </a:cubicBezTo>
                <a:cubicBezTo>
                  <a:pt x="2469413" y="1185242"/>
                  <a:pt x="2257038" y="1197753"/>
                  <a:pt x="1720906" y="1292397"/>
                </a:cubicBezTo>
                <a:cubicBezTo>
                  <a:pt x="1725669" y="1549572"/>
                  <a:pt x="1730783" y="1485092"/>
                  <a:pt x="1730432" y="1749598"/>
                </a:cubicBezTo>
                <a:cubicBezTo>
                  <a:pt x="1923313" y="1736897"/>
                  <a:pt x="1899057" y="1776399"/>
                  <a:pt x="2011419" y="1768649"/>
                </a:cubicBezTo>
                <a:cubicBezTo>
                  <a:pt x="2012213" y="1872630"/>
                  <a:pt x="2033644" y="1794840"/>
                  <a:pt x="2016181" y="1940097"/>
                </a:cubicBezTo>
                <a:cubicBezTo>
                  <a:pt x="1903469" y="1952004"/>
                  <a:pt x="1895088" y="1908955"/>
                  <a:pt x="1735194" y="1897236"/>
                </a:cubicBezTo>
                <a:cubicBezTo>
                  <a:pt x="1756274" y="2080779"/>
                  <a:pt x="1748168" y="2592098"/>
                  <a:pt x="1718800" y="2860385"/>
                </a:cubicBezTo>
                <a:lnTo>
                  <a:pt x="558859" y="2878310"/>
                </a:lnTo>
                <a:lnTo>
                  <a:pt x="561457" y="3529299"/>
                </a:lnTo>
              </a:path>
            </a:pathLst>
          </a:cu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40B5DE8B-5261-EA98-3B0F-566ABA3586F1}"/>
              </a:ext>
            </a:extLst>
          </p:cNvPr>
          <p:cNvSpPr/>
          <p:nvPr/>
        </p:nvSpPr>
        <p:spPr>
          <a:xfrm>
            <a:off x="1595438" y="6534151"/>
            <a:ext cx="2864916" cy="331902"/>
          </a:xfrm>
          <a:custGeom>
            <a:avLst/>
            <a:gdLst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0678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9822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35200 w 10241280"/>
              <a:gd name="connsiteY3" fmla="*/ 446901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9106594 w 10241280"/>
              <a:gd name="connsiteY8" fmla="*/ 4788130 h 5370022"/>
              <a:gd name="connsiteX9" fmla="*/ 10241280 w 10241280"/>
              <a:gd name="connsiteY9" fmla="*/ 4796444 h 5370022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06594 w 10241280"/>
              <a:gd name="connsiteY8" fmla="*/ 4788130 h 5764875"/>
              <a:gd name="connsiteX9" fmla="*/ 10241280 w 10241280"/>
              <a:gd name="connsiteY9" fmla="*/ 4796444 h 5764875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31533 w 10241280"/>
              <a:gd name="connsiteY8" fmla="*/ 5124796 h 5764875"/>
              <a:gd name="connsiteX9" fmla="*/ 10241280 w 10241280"/>
              <a:gd name="connsiteY9" fmla="*/ 4796444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4110644 w 10245437"/>
              <a:gd name="connsiteY6" fmla="*/ 5370022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4585768 w 10245437"/>
              <a:gd name="connsiteY5" fmla="*/ 5132502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585768 w 10245437"/>
              <a:gd name="connsiteY5" fmla="*/ 5132502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852468 w 10245437"/>
              <a:gd name="connsiteY5" fmla="*/ 5137264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52468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34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07721 w 10245437"/>
              <a:gd name="connsiteY8" fmla="*/ 5100983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8196 w 10245437"/>
              <a:gd name="connsiteY8" fmla="*/ 5124796 h 5789901"/>
              <a:gd name="connsiteX9" fmla="*/ 10245437 w 10245437"/>
              <a:gd name="connsiteY9" fmla="*/ 5108171 h 5789901"/>
              <a:gd name="connsiteX0" fmla="*/ 1183525 w 10245437"/>
              <a:gd name="connsiteY0" fmla="*/ 4494241 h 4494241"/>
              <a:gd name="connsiteX1" fmla="*/ 20782 w 10245437"/>
              <a:gd name="connsiteY1" fmla="*/ 0 h 4494241"/>
              <a:gd name="connsiteX2" fmla="*/ 0 w 10245437"/>
              <a:gd name="connsiteY2" fmla="*/ 2535381 h 4494241"/>
              <a:gd name="connsiteX3" fmla="*/ 1133764 w 10245437"/>
              <a:gd name="connsiteY3" fmla="*/ 2544619 h 4494241"/>
              <a:gd name="connsiteX4" fmla="*/ 1142538 w 10245437"/>
              <a:gd name="connsiteY4" fmla="*/ 3214254 h 4494241"/>
              <a:gd name="connsiteX5" fmla="*/ 4876281 w 10245437"/>
              <a:gd name="connsiteY5" fmla="*/ 3221180 h 4494241"/>
              <a:gd name="connsiteX6" fmla="*/ 4873337 w 10245437"/>
              <a:gd name="connsiteY6" fmla="*/ 3873817 h 4494241"/>
              <a:gd name="connsiteX7" fmla="*/ 9089968 w 10245437"/>
              <a:gd name="connsiteY7" fmla="*/ 3848791 h 4494241"/>
              <a:gd name="connsiteX8" fmla="*/ 9098196 w 10245437"/>
              <a:gd name="connsiteY8" fmla="*/ 3208712 h 4494241"/>
              <a:gd name="connsiteX9" fmla="*/ 10245437 w 10245437"/>
              <a:gd name="connsiteY9" fmla="*/ 3192087 h 4494241"/>
              <a:gd name="connsiteX0" fmla="*/ 1183525 w 10245437"/>
              <a:gd name="connsiteY0" fmla="*/ 3527454 h 3527454"/>
              <a:gd name="connsiteX1" fmla="*/ 1168544 w 10245437"/>
              <a:gd name="connsiteY1" fmla="*/ 0 h 3527454"/>
              <a:gd name="connsiteX2" fmla="*/ 0 w 10245437"/>
              <a:gd name="connsiteY2" fmla="*/ 1568594 h 3527454"/>
              <a:gd name="connsiteX3" fmla="*/ 1133764 w 10245437"/>
              <a:gd name="connsiteY3" fmla="*/ 1577832 h 3527454"/>
              <a:gd name="connsiteX4" fmla="*/ 1142538 w 10245437"/>
              <a:gd name="connsiteY4" fmla="*/ 2247467 h 3527454"/>
              <a:gd name="connsiteX5" fmla="*/ 4876281 w 10245437"/>
              <a:gd name="connsiteY5" fmla="*/ 2254393 h 3527454"/>
              <a:gd name="connsiteX6" fmla="*/ 4873337 w 10245437"/>
              <a:gd name="connsiteY6" fmla="*/ 2907030 h 3527454"/>
              <a:gd name="connsiteX7" fmla="*/ 9089968 w 10245437"/>
              <a:gd name="connsiteY7" fmla="*/ 2882004 h 3527454"/>
              <a:gd name="connsiteX8" fmla="*/ 9098196 w 10245437"/>
              <a:gd name="connsiteY8" fmla="*/ 2241925 h 3527454"/>
              <a:gd name="connsiteX9" fmla="*/ 10245437 w 10245437"/>
              <a:gd name="connsiteY9" fmla="*/ 2225300 h 3527454"/>
              <a:gd name="connsiteX0" fmla="*/ 1712162 w 10774074"/>
              <a:gd name="connsiteY0" fmla="*/ 3527454 h 3527454"/>
              <a:gd name="connsiteX1" fmla="*/ 1697181 w 10774074"/>
              <a:gd name="connsiteY1" fmla="*/ 0 h 3527454"/>
              <a:gd name="connsiteX2" fmla="*/ 0 w 10774074"/>
              <a:gd name="connsiteY2" fmla="*/ 6494 h 3527454"/>
              <a:gd name="connsiteX3" fmla="*/ 1662401 w 10774074"/>
              <a:gd name="connsiteY3" fmla="*/ 1577832 h 3527454"/>
              <a:gd name="connsiteX4" fmla="*/ 1671175 w 10774074"/>
              <a:gd name="connsiteY4" fmla="*/ 2247467 h 3527454"/>
              <a:gd name="connsiteX5" fmla="*/ 5404918 w 10774074"/>
              <a:gd name="connsiteY5" fmla="*/ 2254393 h 3527454"/>
              <a:gd name="connsiteX6" fmla="*/ 5401974 w 10774074"/>
              <a:gd name="connsiteY6" fmla="*/ 2907030 h 3527454"/>
              <a:gd name="connsiteX7" fmla="*/ 9618605 w 10774074"/>
              <a:gd name="connsiteY7" fmla="*/ 2882004 h 3527454"/>
              <a:gd name="connsiteX8" fmla="*/ 9626833 w 10774074"/>
              <a:gd name="connsiteY8" fmla="*/ 2241925 h 3527454"/>
              <a:gd name="connsiteX9" fmla="*/ 10774074 w 10774074"/>
              <a:gd name="connsiteY9" fmla="*/ 2225300 h 3527454"/>
              <a:gd name="connsiteX0" fmla="*/ 1712162 w 10774074"/>
              <a:gd name="connsiteY0" fmla="*/ 3983209 h 3983209"/>
              <a:gd name="connsiteX1" fmla="*/ 1697181 w 10774074"/>
              <a:gd name="connsiteY1" fmla="*/ 455755 h 3983209"/>
              <a:gd name="connsiteX2" fmla="*/ 0 w 10774074"/>
              <a:gd name="connsiteY2" fmla="*/ 462249 h 3983209"/>
              <a:gd name="connsiteX3" fmla="*/ 14576 w 10774074"/>
              <a:gd name="connsiteY3" fmla="*/ 0 h 3983209"/>
              <a:gd name="connsiteX4" fmla="*/ 1671175 w 10774074"/>
              <a:gd name="connsiteY4" fmla="*/ 2703222 h 3983209"/>
              <a:gd name="connsiteX5" fmla="*/ 5404918 w 10774074"/>
              <a:gd name="connsiteY5" fmla="*/ 2710148 h 3983209"/>
              <a:gd name="connsiteX6" fmla="*/ 5401974 w 10774074"/>
              <a:gd name="connsiteY6" fmla="*/ 3362785 h 3983209"/>
              <a:gd name="connsiteX7" fmla="*/ 9618605 w 10774074"/>
              <a:gd name="connsiteY7" fmla="*/ 3337759 h 3983209"/>
              <a:gd name="connsiteX8" fmla="*/ 9626833 w 10774074"/>
              <a:gd name="connsiteY8" fmla="*/ 2697680 h 3983209"/>
              <a:gd name="connsiteX9" fmla="*/ 10774074 w 10774074"/>
              <a:gd name="connsiteY9" fmla="*/ 2681055 h 3983209"/>
              <a:gd name="connsiteX0" fmla="*/ 1712162 w 10774074"/>
              <a:gd name="connsiteY0" fmla="*/ 3983209 h 3983209"/>
              <a:gd name="connsiteX1" fmla="*/ 1697181 w 10774074"/>
              <a:gd name="connsiteY1" fmla="*/ 455755 h 3983209"/>
              <a:gd name="connsiteX2" fmla="*/ 0 w 10774074"/>
              <a:gd name="connsiteY2" fmla="*/ 462249 h 3983209"/>
              <a:gd name="connsiteX3" fmla="*/ 14576 w 10774074"/>
              <a:gd name="connsiteY3" fmla="*/ 0 h 3983209"/>
              <a:gd name="connsiteX4" fmla="*/ 2228387 w 10774074"/>
              <a:gd name="connsiteY4" fmla="*/ 74322 h 3983209"/>
              <a:gd name="connsiteX5" fmla="*/ 5404918 w 10774074"/>
              <a:gd name="connsiteY5" fmla="*/ 2710148 h 3983209"/>
              <a:gd name="connsiteX6" fmla="*/ 5401974 w 10774074"/>
              <a:gd name="connsiteY6" fmla="*/ 3362785 h 3983209"/>
              <a:gd name="connsiteX7" fmla="*/ 9618605 w 10774074"/>
              <a:gd name="connsiteY7" fmla="*/ 3337759 h 3983209"/>
              <a:gd name="connsiteX8" fmla="*/ 9626833 w 10774074"/>
              <a:gd name="connsiteY8" fmla="*/ 2697680 h 3983209"/>
              <a:gd name="connsiteX9" fmla="*/ 10774074 w 10774074"/>
              <a:gd name="connsiteY9" fmla="*/ 2681055 h 3983209"/>
              <a:gd name="connsiteX0" fmla="*/ 1712162 w 10774074"/>
              <a:gd name="connsiteY0" fmla="*/ 4151775 h 4151775"/>
              <a:gd name="connsiteX1" fmla="*/ 1697181 w 10774074"/>
              <a:gd name="connsiteY1" fmla="*/ 624321 h 4151775"/>
              <a:gd name="connsiteX2" fmla="*/ 0 w 10774074"/>
              <a:gd name="connsiteY2" fmla="*/ 630815 h 4151775"/>
              <a:gd name="connsiteX3" fmla="*/ 14576 w 10774074"/>
              <a:gd name="connsiteY3" fmla="*/ 168566 h 4151775"/>
              <a:gd name="connsiteX4" fmla="*/ 1714037 w 10774074"/>
              <a:gd name="connsiteY4" fmla="*/ 0 h 4151775"/>
              <a:gd name="connsiteX5" fmla="*/ 5404918 w 10774074"/>
              <a:gd name="connsiteY5" fmla="*/ 2878714 h 4151775"/>
              <a:gd name="connsiteX6" fmla="*/ 5401974 w 10774074"/>
              <a:gd name="connsiteY6" fmla="*/ 3531351 h 4151775"/>
              <a:gd name="connsiteX7" fmla="*/ 9618605 w 10774074"/>
              <a:gd name="connsiteY7" fmla="*/ 3506325 h 4151775"/>
              <a:gd name="connsiteX8" fmla="*/ 9626833 w 10774074"/>
              <a:gd name="connsiteY8" fmla="*/ 2866246 h 4151775"/>
              <a:gd name="connsiteX9" fmla="*/ 10774074 w 10774074"/>
              <a:gd name="connsiteY9" fmla="*/ 2849621 h 4151775"/>
              <a:gd name="connsiteX0" fmla="*/ 1712162 w 10774074"/>
              <a:gd name="connsiteY0" fmla="*/ 4187997 h 4187997"/>
              <a:gd name="connsiteX1" fmla="*/ 1697181 w 10774074"/>
              <a:gd name="connsiteY1" fmla="*/ 660543 h 4187997"/>
              <a:gd name="connsiteX2" fmla="*/ 0 w 10774074"/>
              <a:gd name="connsiteY2" fmla="*/ 667037 h 4187997"/>
              <a:gd name="connsiteX3" fmla="*/ 14576 w 10774074"/>
              <a:gd name="connsiteY3" fmla="*/ 0 h 4187997"/>
              <a:gd name="connsiteX4" fmla="*/ 1714037 w 10774074"/>
              <a:gd name="connsiteY4" fmla="*/ 36222 h 4187997"/>
              <a:gd name="connsiteX5" fmla="*/ 5404918 w 10774074"/>
              <a:gd name="connsiteY5" fmla="*/ 2914936 h 4187997"/>
              <a:gd name="connsiteX6" fmla="*/ 5401974 w 10774074"/>
              <a:gd name="connsiteY6" fmla="*/ 3567573 h 4187997"/>
              <a:gd name="connsiteX7" fmla="*/ 9618605 w 10774074"/>
              <a:gd name="connsiteY7" fmla="*/ 3542547 h 4187997"/>
              <a:gd name="connsiteX8" fmla="*/ 9626833 w 10774074"/>
              <a:gd name="connsiteY8" fmla="*/ 2902468 h 4187997"/>
              <a:gd name="connsiteX9" fmla="*/ 10774074 w 10774074"/>
              <a:gd name="connsiteY9" fmla="*/ 2885843 h 4187997"/>
              <a:gd name="connsiteX0" fmla="*/ 1712162 w 10774074"/>
              <a:gd name="connsiteY0" fmla="*/ 4187997 h 4187997"/>
              <a:gd name="connsiteX1" fmla="*/ 1697181 w 10774074"/>
              <a:gd name="connsiteY1" fmla="*/ 660543 h 4187997"/>
              <a:gd name="connsiteX2" fmla="*/ 0 w 10774074"/>
              <a:gd name="connsiteY2" fmla="*/ 667037 h 4187997"/>
              <a:gd name="connsiteX3" fmla="*/ 14576 w 10774074"/>
              <a:gd name="connsiteY3" fmla="*/ 0 h 4187997"/>
              <a:gd name="connsiteX4" fmla="*/ 1952162 w 10774074"/>
              <a:gd name="connsiteY4" fmla="*/ 7647 h 4187997"/>
              <a:gd name="connsiteX5" fmla="*/ 5404918 w 10774074"/>
              <a:gd name="connsiteY5" fmla="*/ 2914936 h 4187997"/>
              <a:gd name="connsiteX6" fmla="*/ 5401974 w 10774074"/>
              <a:gd name="connsiteY6" fmla="*/ 3567573 h 4187997"/>
              <a:gd name="connsiteX7" fmla="*/ 9618605 w 10774074"/>
              <a:gd name="connsiteY7" fmla="*/ 3542547 h 4187997"/>
              <a:gd name="connsiteX8" fmla="*/ 9626833 w 10774074"/>
              <a:gd name="connsiteY8" fmla="*/ 2902468 h 4187997"/>
              <a:gd name="connsiteX9" fmla="*/ 10774074 w 10774074"/>
              <a:gd name="connsiteY9" fmla="*/ 2885843 h 4187997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5401974 w 10774074"/>
              <a:gd name="connsiteY6" fmla="*/ 5753275 h 6373699"/>
              <a:gd name="connsiteX7" fmla="*/ 9618605 w 10774074"/>
              <a:gd name="connsiteY7" fmla="*/ 5728249 h 6373699"/>
              <a:gd name="connsiteX8" fmla="*/ 9626833 w 10774074"/>
              <a:gd name="connsiteY8" fmla="*/ 5088170 h 6373699"/>
              <a:gd name="connsiteX9" fmla="*/ 10774074 w 10774074"/>
              <a:gd name="connsiteY9" fmla="*/ 5071545 h 6373699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9618605 w 10774074"/>
              <a:gd name="connsiteY6" fmla="*/ 5728249 h 6373699"/>
              <a:gd name="connsiteX7" fmla="*/ 9626833 w 10774074"/>
              <a:gd name="connsiteY7" fmla="*/ 5088170 h 6373699"/>
              <a:gd name="connsiteX8" fmla="*/ 10774074 w 10774074"/>
              <a:gd name="connsiteY8" fmla="*/ 5071545 h 6373699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9626833 w 10774074"/>
              <a:gd name="connsiteY6" fmla="*/ 5088170 h 6373699"/>
              <a:gd name="connsiteX7" fmla="*/ 10774074 w 10774074"/>
              <a:gd name="connsiteY7" fmla="*/ 5071545 h 6373699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10774074 w 10774074"/>
              <a:gd name="connsiteY6" fmla="*/ 5071545 h 6373699"/>
              <a:gd name="connsiteX0" fmla="*/ 1712162 w 1971156"/>
              <a:gd name="connsiteY0" fmla="*/ 6373699 h 6373699"/>
              <a:gd name="connsiteX1" fmla="*/ 1697181 w 1971156"/>
              <a:gd name="connsiteY1" fmla="*/ 2846245 h 6373699"/>
              <a:gd name="connsiteX2" fmla="*/ 0 w 1971156"/>
              <a:gd name="connsiteY2" fmla="*/ 2852739 h 6373699"/>
              <a:gd name="connsiteX3" fmla="*/ 14576 w 1971156"/>
              <a:gd name="connsiteY3" fmla="*/ 2185702 h 6373699"/>
              <a:gd name="connsiteX4" fmla="*/ 1952162 w 1971156"/>
              <a:gd name="connsiteY4" fmla="*/ 2193349 h 6373699"/>
              <a:gd name="connsiteX5" fmla="*/ 1971156 w 1971156"/>
              <a:gd name="connsiteY5" fmla="*/ 0 h 6373699"/>
              <a:gd name="connsiteX0" fmla="*/ 1712162 w 2880794"/>
              <a:gd name="connsiteY0" fmla="*/ 6087949 h 6087949"/>
              <a:gd name="connsiteX1" fmla="*/ 1697181 w 2880794"/>
              <a:gd name="connsiteY1" fmla="*/ 2560495 h 6087949"/>
              <a:gd name="connsiteX2" fmla="*/ 0 w 2880794"/>
              <a:gd name="connsiteY2" fmla="*/ 2566989 h 6087949"/>
              <a:gd name="connsiteX3" fmla="*/ 14576 w 2880794"/>
              <a:gd name="connsiteY3" fmla="*/ 1899952 h 6087949"/>
              <a:gd name="connsiteX4" fmla="*/ 1952162 w 2880794"/>
              <a:gd name="connsiteY4" fmla="*/ 1907599 h 6087949"/>
              <a:gd name="connsiteX5" fmla="*/ 2880794 w 2880794"/>
              <a:gd name="connsiteY5" fmla="*/ 0 h 6087949"/>
              <a:gd name="connsiteX0" fmla="*/ 1712162 w 2880794"/>
              <a:gd name="connsiteY0" fmla="*/ 6087949 h 6087949"/>
              <a:gd name="connsiteX1" fmla="*/ 1697181 w 2880794"/>
              <a:gd name="connsiteY1" fmla="*/ 2560495 h 6087949"/>
              <a:gd name="connsiteX2" fmla="*/ 0 w 2880794"/>
              <a:gd name="connsiteY2" fmla="*/ 2566989 h 6087949"/>
              <a:gd name="connsiteX3" fmla="*/ 14576 w 2880794"/>
              <a:gd name="connsiteY3" fmla="*/ 1899952 h 6087949"/>
              <a:gd name="connsiteX4" fmla="*/ 1142537 w 2880794"/>
              <a:gd name="connsiteY4" fmla="*/ 2599 h 6087949"/>
              <a:gd name="connsiteX5" fmla="*/ 2880794 w 2880794"/>
              <a:gd name="connsiteY5" fmla="*/ 0 h 6087949"/>
              <a:gd name="connsiteX0" fmla="*/ 1712162 w 2880794"/>
              <a:gd name="connsiteY0" fmla="*/ 6087949 h 6087949"/>
              <a:gd name="connsiteX1" fmla="*/ 1697181 w 2880794"/>
              <a:gd name="connsiteY1" fmla="*/ 2560495 h 6087949"/>
              <a:gd name="connsiteX2" fmla="*/ 0 w 2880794"/>
              <a:gd name="connsiteY2" fmla="*/ 2566989 h 6087949"/>
              <a:gd name="connsiteX3" fmla="*/ 1152814 w 2880794"/>
              <a:gd name="connsiteY3" fmla="*/ 1914239 h 6087949"/>
              <a:gd name="connsiteX4" fmla="*/ 1142537 w 2880794"/>
              <a:gd name="connsiteY4" fmla="*/ 2599 h 6087949"/>
              <a:gd name="connsiteX5" fmla="*/ 2880794 w 2880794"/>
              <a:gd name="connsiteY5" fmla="*/ 0 h 6087949"/>
              <a:gd name="connsiteX0" fmla="*/ 2245562 w 3414194"/>
              <a:gd name="connsiteY0" fmla="*/ 6087949 h 6087949"/>
              <a:gd name="connsiteX1" fmla="*/ 2230581 w 3414194"/>
              <a:gd name="connsiteY1" fmla="*/ 2560495 h 6087949"/>
              <a:gd name="connsiteX2" fmla="*/ 0 w 3414194"/>
              <a:gd name="connsiteY2" fmla="*/ 1919289 h 6087949"/>
              <a:gd name="connsiteX3" fmla="*/ 1686214 w 3414194"/>
              <a:gd name="connsiteY3" fmla="*/ 1914239 h 6087949"/>
              <a:gd name="connsiteX4" fmla="*/ 1675937 w 3414194"/>
              <a:gd name="connsiteY4" fmla="*/ 2599 h 6087949"/>
              <a:gd name="connsiteX5" fmla="*/ 3414194 w 3414194"/>
              <a:gd name="connsiteY5" fmla="*/ 0 h 6087949"/>
              <a:gd name="connsiteX0" fmla="*/ 2245562 w 3414194"/>
              <a:gd name="connsiteY0" fmla="*/ 6087949 h 6087949"/>
              <a:gd name="connsiteX1" fmla="*/ 0 w 3414194"/>
              <a:gd name="connsiteY1" fmla="*/ 1919289 h 6087949"/>
              <a:gd name="connsiteX2" fmla="*/ 1686214 w 3414194"/>
              <a:gd name="connsiteY2" fmla="*/ 1914239 h 6087949"/>
              <a:gd name="connsiteX3" fmla="*/ 1675937 w 3414194"/>
              <a:gd name="connsiteY3" fmla="*/ 2599 h 6087949"/>
              <a:gd name="connsiteX4" fmla="*/ 3414194 w 3414194"/>
              <a:gd name="connsiteY4" fmla="*/ 0 h 6087949"/>
              <a:gd name="connsiteX0" fmla="*/ 0 w 3414194"/>
              <a:gd name="connsiteY0" fmla="*/ 1919289 h 1919289"/>
              <a:gd name="connsiteX1" fmla="*/ 1686214 w 3414194"/>
              <a:gd name="connsiteY1" fmla="*/ 1914239 h 1919289"/>
              <a:gd name="connsiteX2" fmla="*/ 1675937 w 3414194"/>
              <a:gd name="connsiteY2" fmla="*/ 2599 h 1919289"/>
              <a:gd name="connsiteX3" fmla="*/ 3414194 w 3414194"/>
              <a:gd name="connsiteY3" fmla="*/ 0 h 1919289"/>
              <a:gd name="connsiteX0" fmla="*/ 0 w 3414194"/>
              <a:gd name="connsiteY0" fmla="*/ 1919289 h 4841609"/>
              <a:gd name="connsiteX1" fmla="*/ 1686214 w 3414194"/>
              <a:gd name="connsiteY1" fmla="*/ 1914239 h 4841609"/>
              <a:gd name="connsiteX2" fmla="*/ 1718800 w 3414194"/>
              <a:gd name="connsiteY2" fmla="*/ 4774624 h 4841609"/>
              <a:gd name="connsiteX3" fmla="*/ 3414194 w 3414194"/>
              <a:gd name="connsiteY3" fmla="*/ 0 h 4841609"/>
              <a:gd name="connsiteX0" fmla="*/ 0 w 3414194"/>
              <a:gd name="connsiteY0" fmla="*/ 1919289 h 4870318"/>
              <a:gd name="connsiteX1" fmla="*/ 1686214 w 3414194"/>
              <a:gd name="connsiteY1" fmla="*/ 1914239 h 4870318"/>
              <a:gd name="connsiteX2" fmla="*/ 1718800 w 3414194"/>
              <a:gd name="connsiteY2" fmla="*/ 4774624 h 4870318"/>
              <a:gd name="connsiteX3" fmla="*/ 3414194 w 3414194"/>
              <a:gd name="connsiteY3" fmla="*/ 0 h 4870318"/>
              <a:gd name="connsiteX0" fmla="*/ 0 w 1719117"/>
              <a:gd name="connsiteY0" fmla="*/ 5050 h 2956079"/>
              <a:gd name="connsiteX1" fmla="*/ 1686214 w 1719117"/>
              <a:gd name="connsiteY1" fmla="*/ 0 h 2956079"/>
              <a:gd name="connsiteX2" fmla="*/ 1718800 w 1719117"/>
              <a:gd name="connsiteY2" fmla="*/ 2860385 h 2956079"/>
              <a:gd name="connsiteX3" fmla="*/ 75682 w 1719117"/>
              <a:gd name="connsiteY3" fmla="*/ 2876836 h 2956079"/>
              <a:gd name="connsiteX0" fmla="*/ 0 w 1718800"/>
              <a:gd name="connsiteY0" fmla="*/ 5050 h 2876836"/>
              <a:gd name="connsiteX1" fmla="*/ 1686214 w 1718800"/>
              <a:gd name="connsiteY1" fmla="*/ 0 h 2876836"/>
              <a:gd name="connsiteX2" fmla="*/ 1718800 w 1718800"/>
              <a:gd name="connsiteY2" fmla="*/ 2860385 h 2876836"/>
              <a:gd name="connsiteX3" fmla="*/ 75682 w 1718800"/>
              <a:gd name="connsiteY3" fmla="*/ 2876836 h 2876836"/>
              <a:gd name="connsiteX0" fmla="*/ 0 w 1718800"/>
              <a:gd name="connsiteY0" fmla="*/ 5050 h 2860385"/>
              <a:gd name="connsiteX1" fmla="*/ 1686214 w 1718800"/>
              <a:gd name="connsiteY1" fmla="*/ 0 h 2860385"/>
              <a:gd name="connsiteX2" fmla="*/ 1718800 w 1718800"/>
              <a:gd name="connsiteY2" fmla="*/ 2860385 h 2860385"/>
              <a:gd name="connsiteX3" fmla="*/ 623370 w 1718800"/>
              <a:gd name="connsiteY3" fmla="*/ 2853024 h 2860385"/>
              <a:gd name="connsiteX0" fmla="*/ 0 w 1718800"/>
              <a:gd name="connsiteY0" fmla="*/ 5050 h 2910174"/>
              <a:gd name="connsiteX1" fmla="*/ 1686214 w 1718800"/>
              <a:gd name="connsiteY1" fmla="*/ 0 h 2910174"/>
              <a:gd name="connsiteX2" fmla="*/ 1718800 w 1718800"/>
              <a:gd name="connsiteY2" fmla="*/ 2860385 h 2910174"/>
              <a:gd name="connsiteX3" fmla="*/ 590032 w 1718800"/>
              <a:gd name="connsiteY3" fmla="*/ 2910174 h 2910174"/>
              <a:gd name="connsiteX0" fmla="*/ 0 w 1718800"/>
              <a:gd name="connsiteY0" fmla="*/ 5050 h 2872074"/>
              <a:gd name="connsiteX1" fmla="*/ 1686214 w 1718800"/>
              <a:gd name="connsiteY1" fmla="*/ 0 h 2872074"/>
              <a:gd name="connsiteX2" fmla="*/ 1718800 w 1718800"/>
              <a:gd name="connsiteY2" fmla="*/ 2860385 h 2872074"/>
              <a:gd name="connsiteX3" fmla="*/ 599557 w 1718800"/>
              <a:gd name="connsiteY3" fmla="*/ 2872074 h 2872074"/>
              <a:gd name="connsiteX0" fmla="*/ 0 w 1718800"/>
              <a:gd name="connsiteY0" fmla="*/ 5050 h 3529299"/>
              <a:gd name="connsiteX1" fmla="*/ 1686214 w 1718800"/>
              <a:gd name="connsiteY1" fmla="*/ 0 h 3529299"/>
              <a:gd name="connsiteX2" fmla="*/ 1718800 w 1718800"/>
              <a:gd name="connsiteY2" fmla="*/ 2860385 h 3529299"/>
              <a:gd name="connsiteX3" fmla="*/ 561457 w 1718800"/>
              <a:gd name="connsiteY3" fmla="*/ 3529299 h 3529299"/>
              <a:gd name="connsiteX0" fmla="*/ 0 w 1718800"/>
              <a:gd name="connsiteY0" fmla="*/ 5050 h 3529299"/>
              <a:gd name="connsiteX1" fmla="*/ 1686214 w 1718800"/>
              <a:gd name="connsiteY1" fmla="*/ 0 h 3529299"/>
              <a:gd name="connsiteX2" fmla="*/ 1718800 w 1718800"/>
              <a:gd name="connsiteY2" fmla="*/ 2860385 h 3529299"/>
              <a:gd name="connsiteX3" fmla="*/ 1158934 w 1718800"/>
              <a:gd name="connsiteY3" fmla="*/ 3187872 h 3529299"/>
              <a:gd name="connsiteX4" fmla="*/ 561457 w 1718800"/>
              <a:gd name="connsiteY4" fmla="*/ 3529299 h 3529299"/>
              <a:gd name="connsiteX0" fmla="*/ 0 w 1718800"/>
              <a:gd name="connsiteY0" fmla="*/ 5050 h 3529299"/>
              <a:gd name="connsiteX1" fmla="*/ 1686214 w 1718800"/>
              <a:gd name="connsiteY1" fmla="*/ 0 h 3529299"/>
              <a:gd name="connsiteX2" fmla="*/ 1718800 w 1718800"/>
              <a:gd name="connsiteY2" fmla="*/ 2860385 h 3529299"/>
              <a:gd name="connsiteX3" fmla="*/ 558859 w 1718800"/>
              <a:gd name="connsiteY3" fmla="*/ 2878310 h 3529299"/>
              <a:gd name="connsiteX4" fmla="*/ 561457 w 1718800"/>
              <a:gd name="connsiteY4" fmla="*/ 3529299 h 3529299"/>
              <a:gd name="connsiteX0" fmla="*/ 0 w 1718800"/>
              <a:gd name="connsiteY0" fmla="*/ 5050 h 3529299"/>
              <a:gd name="connsiteX1" fmla="*/ 1686214 w 1718800"/>
              <a:gd name="connsiteY1" fmla="*/ 0 h 3529299"/>
              <a:gd name="connsiteX2" fmla="*/ 1718800 w 1718800"/>
              <a:gd name="connsiteY2" fmla="*/ 2860385 h 3529299"/>
              <a:gd name="connsiteX3" fmla="*/ 544571 w 1718800"/>
              <a:gd name="connsiteY3" fmla="*/ 3197397 h 3529299"/>
              <a:gd name="connsiteX4" fmla="*/ 561457 w 1718800"/>
              <a:gd name="connsiteY4" fmla="*/ 3529299 h 3529299"/>
              <a:gd name="connsiteX0" fmla="*/ 0 w 3409487"/>
              <a:gd name="connsiteY0" fmla="*/ 5050 h 3529299"/>
              <a:gd name="connsiteX1" fmla="*/ 1686214 w 3409487"/>
              <a:gd name="connsiteY1" fmla="*/ 0 h 3529299"/>
              <a:gd name="connsiteX2" fmla="*/ 3409487 w 3409487"/>
              <a:gd name="connsiteY2" fmla="*/ 3203285 h 3529299"/>
              <a:gd name="connsiteX3" fmla="*/ 544571 w 3409487"/>
              <a:gd name="connsiteY3" fmla="*/ 3197397 h 3529299"/>
              <a:gd name="connsiteX4" fmla="*/ 561457 w 3409487"/>
              <a:gd name="connsiteY4" fmla="*/ 3529299 h 3529299"/>
              <a:gd name="connsiteX0" fmla="*/ 0 w 3409487"/>
              <a:gd name="connsiteY0" fmla="*/ 0 h 3524249"/>
              <a:gd name="connsiteX1" fmla="*/ 3376901 w 3409487"/>
              <a:gd name="connsiteY1" fmla="*/ 1966625 h 3524249"/>
              <a:gd name="connsiteX2" fmla="*/ 3409487 w 3409487"/>
              <a:gd name="connsiteY2" fmla="*/ 3198235 h 3524249"/>
              <a:gd name="connsiteX3" fmla="*/ 544571 w 3409487"/>
              <a:gd name="connsiteY3" fmla="*/ 3192347 h 3524249"/>
              <a:gd name="connsiteX4" fmla="*/ 561457 w 3409487"/>
              <a:gd name="connsiteY4" fmla="*/ 3524249 h 3524249"/>
              <a:gd name="connsiteX0" fmla="*/ 0 w 3409487"/>
              <a:gd name="connsiteY0" fmla="*/ 0 h 3524249"/>
              <a:gd name="connsiteX1" fmla="*/ 3409487 w 3409487"/>
              <a:gd name="connsiteY1" fmla="*/ 3198235 h 3524249"/>
              <a:gd name="connsiteX2" fmla="*/ 544571 w 3409487"/>
              <a:gd name="connsiteY2" fmla="*/ 3192347 h 3524249"/>
              <a:gd name="connsiteX3" fmla="*/ 561457 w 3409487"/>
              <a:gd name="connsiteY3" fmla="*/ 3524249 h 3524249"/>
              <a:gd name="connsiteX0" fmla="*/ 2864916 w 2864916"/>
              <a:gd name="connsiteY0" fmla="*/ 5888 h 331902"/>
              <a:gd name="connsiteX1" fmla="*/ 0 w 2864916"/>
              <a:gd name="connsiteY1" fmla="*/ 0 h 331902"/>
              <a:gd name="connsiteX2" fmla="*/ 16886 w 2864916"/>
              <a:gd name="connsiteY2" fmla="*/ 331902 h 331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4916" h="331902">
                <a:moveTo>
                  <a:pt x="2864916" y="5888"/>
                </a:moveTo>
                <a:lnTo>
                  <a:pt x="0" y="0"/>
                </a:lnTo>
                <a:lnTo>
                  <a:pt x="16886" y="331902"/>
                </a:lnTo>
              </a:path>
            </a:pathLst>
          </a:cu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8CF9EA3D-2833-B5EC-7065-6F84612AABA8}"/>
              </a:ext>
            </a:extLst>
          </p:cNvPr>
          <p:cNvSpPr/>
          <p:nvPr/>
        </p:nvSpPr>
        <p:spPr>
          <a:xfrm>
            <a:off x="3840708" y="4757738"/>
            <a:ext cx="605589" cy="1166048"/>
          </a:xfrm>
          <a:custGeom>
            <a:avLst/>
            <a:gdLst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0678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9822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35200 w 10241280"/>
              <a:gd name="connsiteY3" fmla="*/ 446901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9106594 w 10241280"/>
              <a:gd name="connsiteY8" fmla="*/ 4788130 h 5370022"/>
              <a:gd name="connsiteX9" fmla="*/ 10241280 w 10241280"/>
              <a:gd name="connsiteY9" fmla="*/ 4796444 h 5370022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06594 w 10241280"/>
              <a:gd name="connsiteY8" fmla="*/ 4788130 h 5764875"/>
              <a:gd name="connsiteX9" fmla="*/ 10241280 w 10241280"/>
              <a:gd name="connsiteY9" fmla="*/ 4796444 h 5764875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31533 w 10241280"/>
              <a:gd name="connsiteY8" fmla="*/ 5124796 h 5764875"/>
              <a:gd name="connsiteX9" fmla="*/ 10241280 w 10241280"/>
              <a:gd name="connsiteY9" fmla="*/ 4796444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4110644 w 10245437"/>
              <a:gd name="connsiteY6" fmla="*/ 5370022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4585768 w 10245437"/>
              <a:gd name="connsiteY5" fmla="*/ 5132502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585768 w 10245437"/>
              <a:gd name="connsiteY5" fmla="*/ 5132502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852468 w 10245437"/>
              <a:gd name="connsiteY5" fmla="*/ 5137264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52468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34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07721 w 10245437"/>
              <a:gd name="connsiteY8" fmla="*/ 5100983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8196 w 10245437"/>
              <a:gd name="connsiteY8" fmla="*/ 5124796 h 5789901"/>
              <a:gd name="connsiteX9" fmla="*/ 10245437 w 10245437"/>
              <a:gd name="connsiteY9" fmla="*/ 5108171 h 5789901"/>
              <a:gd name="connsiteX0" fmla="*/ 1183525 w 10245437"/>
              <a:gd name="connsiteY0" fmla="*/ 4494241 h 4494241"/>
              <a:gd name="connsiteX1" fmla="*/ 20782 w 10245437"/>
              <a:gd name="connsiteY1" fmla="*/ 0 h 4494241"/>
              <a:gd name="connsiteX2" fmla="*/ 0 w 10245437"/>
              <a:gd name="connsiteY2" fmla="*/ 2535381 h 4494241"/>
              <a:gd name="connsiteX3" fmla="*/ 1133764 w 10245437"/>
              <a:gd name="connsiteY3" fmla="*/ 2544619 h 4494241"/>
              <a:gd name="connsiteX4" fmla="*/ 1142538 w 10245437"/>
              <a:gd name="connsiteY4" fmla="*/ 3214254 h 4494241"/>
              <a:gd name="connsiteX5" fmla="*/ 4876281 w 10245437"/>
              <a:gd name="connsiteY5" fmla="*/ 3221180 h 4494241"/>
              <a:gd name="connsiteX6" fmla="*/ 4873337 w 10245437"/>
              <a:gd name="connsiteY6" fmla="*/ 3873817 h 4494241"/>
              <a:gd name="connsiteX7" fmla="*/ 9089968 w 10245437"/>
              <a:gd name="connsiteY7" fmla="*/ 3848791 h 4494241"/>
              <a:gd name="connsiteX8" fmla="*/ 9098196 w 10245437"/>
              <a:gd name="connsiteY8" fmla="*/ 3208712 h 4494241"/>
              <a:gd name="connsiteX9" fmla="*/ 10245437 w 10245437"/>
              <a:gd name="connsiteY9" fmla="*/ 3192087 h 4494241"/>
              <a:gd name="connsiteX0" fmla="*/ 1183525 w 10245437"/>
              <a:gd name="connsiteY0" fmla="*/ 3527454 h 3527454"/>
              <a:gd name="connsiteX1" fmla="*/ 1168544 w 10245437"/>
              <a:gd name="connsiteY1" fmla="*/ 0 h 3527454"/>
              <a:gd name="connsiteX2" fmla="*/ 0 w 10245437"/>
              <a:gd name="connsiteY2" fmla="*/ 1568594 h 3527454"/>
              <a:gd name="connsiteX3" fmla="*/ 1133764 w 10245437"/>
              <a:gd name="connsiteY3" fmla="*/ 1577832 h 3527454"/>
              <a:gd name="connsiteX4" fmla="*/ 1142538 w 10245437"/>
              <a:gd name="connsiteY4" fmla="*/ 2247467 h 3527454"/>
              <a:gd name="connsiteX5" fmla="*/ 4876281 w 10245437"/>
              <a:gd name="connsiteY5" fmla="*/ 2254393 h 3527454"/>
              <a:gd name="connsiteX6" fmla="*/ 4873337 w 10245437"/>
              <a:gd name="connsiteY6" fmla="*/ 2907030 h 3527454"/>
              <a:gd name="connsiteX7" fmla="*/ 9089968 w 10245437"/>
              <a:gd name="connsiteY7" fmla="*/ 2882004 h 3527454"/>
              <a:gd name="connsiteX8" fmla="*/ 9098196 w 10245437"/>
              <a:gd name="connsiteY8" fmla="*/ 2241925 h 3527454"/>
              <a:gd name="connsiteX9" fmla="*/ 10245437 w 10245437"/>
              <a:gd name="connsiteY9" fmla="*/ 2225300 h 3527454"/>
              <a:gd name="connsiteX0" fmla="*/ 1712162 w 10774074"/>
              <a:gd name="connsiteY0" fmla="*/ 3527454 h 3527454"/>
              <a:gd name="connsiteX1" fmla="*/ 1697181 w 10774074"/>
              <a:gd name="connsiteY1" fmla="*/ 0 h 3527454"/>
              <a:gd name="connsiteX2" fmla="*/ 0 w 10774074"/>
              <a:gd name="connsiteY2" fmla="*/ 6494 h 3527454"/>
              <a:gd name="connsiteX3" fmla="*/ 1662401 w 10774074"/>
              <a:gd name="connsiteY3" fmla="*/ 1577832 h 3527454"/>
              <a:gd name="connsiteX4" fmla="*/ 1671175 w 10774074"/>
              <a:gd name="connsiteY4" fmla="*/ 2247467 h 3527454"/>
              <a:gd name="connsiteX5" fmla="*/ 5404918 w 10774074"/>
              <a:gd name="connsiteY5" fmla="*/ 2254393 h 3527454"/>
              <a:gd name="connsiteX6" fmla="*/ 5401974 w 10774074"/>
              <a:gd name="connsiteY6" fmla="*/ 2907030 h 3527454"/>
              <a:gd name="connsiteX7" fmla="*/ 9618605 w 10774074"/>
              <a:gd name="connsiteY7" fmla="*/ 2882004 h 3527454"/>
              <a:gd name="connsiteX8" fmla="*/ 9626833 w 10774074"/>
              <a:gd name="connsiteY8" fmla="*/ 2241925 h 3527454"/>
              <a:gd name="connsiteX9" fmla="*/ 10774074 w 10774074"/>
              <a:gd name="connsiteY9" fmla="*/ 2225300 h 3527454"/>
              <a:gd name="connsiteX0" fmla="*/ 1712162 w 10774074"/>
              <a:gd name="connsiteY0" fmla="*/ 3983209 h 3983209"/>
              <a:gd name="connsiteX1" fmla="*/ 1697181 w 10774074"/>
              <a:gd name="connsiteY1" fmla="*/ 455755 h 3983209"/>
              <a:gd name="connsiteX2" fmla="*/ 0 w 10774074"/>
              <a:gd name="connsiteY2" fmla="*/ 462249 h 3983209"/>
              <a:gd name="connsiteX3" fmla="*/ 14576 w 10774074"/>
              <a:gd name="connsiteY3" fmla="*/ 0 h 3983209"/>
              <a:gd name="connsiteX4" fmla="*/ 1671175 w 10774074"/>
              <a:gd name="connsiteY4" fmla="*/ 2703222 h 3983209"/>
              <a:gd name="connsiteX5" fmla="*/ 5404918 w 10774074"/>
              <a:gd name="connsiteY5" fmla="*/ 2710148 h 3983209"/>
              <a:gd name="connsiteX6" fmla="*/ 5401974 w 10774074"/>
              <a:gd name="connsiteY6" fmla="*/ 3362785 h 3983209"/>
              <a:gd name="connsiteX7" fmla="*/ 9618605 w 10774074"/>
              <a:gd name="connsiteY7" fmla="*/ 3337759 h 3983209"/>
              <a:gd name="connsiteX8" fmla="*/ 9626833 w 10774074"/>
              <a:gd name="connsiteY8" fmla="*/ 2697680 h 3983209"/>
              <a:gd name="connsiteX9" fmla="*/ 10774074 w 10774074"/>
              <a:gd name="connsiteY9" fmla="*/ 2681055 h 3983209"/>
              <a:gd name="connsiteX0" fmla="*/ 1712162 w 10774074"/>
              <a:gd name="connsiteY0" fmla="*/ 3983209 h 3983209"/>
              <a:gd name="connsiteX1" fmla="*/ 1697181 w 10774074"/>
              <a:gd name="connsiteY1" fmla="*/ 455755 h 3983209"/>
              <a:gd name="connsiteX2" fmla="*/ 0 w 10774074"/>
              <a:gd name="connsiteY2" fmla="*/ 462249 h 3983209"/>
              <a:gd name="connsiteX3" fmla="*/ 14576 w 10774074"/>
              <a:gd name="connsiteY3" fmla="*/ 0 h 3983209"/>
              <a:gd name="connsiteX4" fmla="*/ 2228387 w 10774074"/>
              <a:gd name="connsiteY4" fmla="*/ 74322 h 3983209"/>
              <a:gd name="connsiteX5" fmla="*/ 5404918 w 10774074"/>
              <a:gd name="connsiteY5" fmla="*/ 2710148 h 3983209"/>
              <a:gd name="connsiteX6" fmla="*/ 5401974 w 10774074"/>
              <a:gd name="connsiteY6" fmla="*/ 3362785 h 3983209"/>
              <a:gd name="connsiteX7" fmla="*/ 9618605 w 10774074"/>
              <a:gd name="connsiteY7" fmla="*/ 3337759 h 3983209"/>
              <a:gd name="connsiteX8" fmla="*/ 9626833 w 10774074"/>
              <a:gd name="connsiteY8" fmla="*/ 2697680 h 3983209"/>
              <a:gd name="connsiteX9" fmla="*/ 10774074 w 10774074"/>
              <a:gd name="connsiteY9" fmla="*/ 2681055 h 3983209"/>
              <a:gd name="connsiteX0" fmla="*/ 1712162 w 10774074"/>
              <a:gd name="connsiteY0" fmla="*/ 4151775 h 4151775"/>
              <a:gd name="connsiteX1" fmla="*/ 1697181 w 10774074"/>
              <a:gd name="connsiteY1" fmla="*/ 624321 h 4151775"/>
              <a:gd name="connsiteX2" fmla="*/ 0 w 10774074"/>
              <a:gd name="connsiteY2" fmla="*/ 630815 h 4151775"/>
              <a:gd name="connsiteX3" fmla="*/ 14576 w 10774074"/>
              <a:gd name="connsiteY3" fmla="*/ 168566 h 4151775"/>
              <a:gd name="connsiteX4" fmla="*/ 1714037 w 10774074"/>
              <a:gd name="connsiteY4" fmla="*/ 0 h 4151775"/>
              <a:gd name="connsiteX5" fmla="*/ 5404918 w 10774074"/>
              <a:gd name="connsiteY5" fmla="*/ 2878714 h 4151775"/>
              <a:gd name="connsiteX6" fmla="*/ 5401974 w 10774074"/>
              <a:gd name="connsiteY6" fmla="*/ 3531351 h 4151775"/>
              <a:gd name="connsiteX7" fmla="*/ 9618605 w 10774074"/>
              <a:gd name="connsiteY7" fmla="*/ 3506325 h 4151775"/>
              <a:gd name="connsiteX8" fmla="*/ 9626833 w 10774074"/>
              <a:gd name="connsiteY8" fmla="*/ 2866246 h 4151775"/>
              <a:gd name="connsiteX9" fmla="*/ 10774074 w 10774074"/>
              <a:gd name="connsiteY9" fmla="*/ 2849621 h 4151775"/>
              <a:gd name="connsiteX0" fmla="*/ 1712162 w 10774074"/>
              <a:gd name="connsiteY0" fmla="*/ 4187997 h 4187997"/>
              <a:gd name="connsiteX1" fmla="*/ 1697181 w 10774074"/>
              <a:gd name="connsiteY1" fmla="*/ 660543 h 4187997"/>
              <a:gd name="connsiteX2" fmla="*/ 0 w 10774074"/>
              <a:gd name="connsiteY2" fmla="*/ 667037 h 4187997"/>
              <a:gd name="connsiteX3" fmla="*/ 14576 w 10774074"/>
              <a:gd name="connsiteY3" fmla="*/ 0 h 4187997"/>
              <a:gd name="connsiteX4" fmla="*/ 1714037 w 10774074"/>
              <a:gd name="connsiteY4" fmla="*/ 36222 h 4187997"/>
              <a:gd name="connsiteX5" fmla="*/ 5404918 w 10774074"/>
              <a:gd name="connsiteY5" fmla="*/ 2914936 h 4187997"/>
              <a:gd name="connsiteX6" fmla="*/ 5401974 w 10774074"/>
              <a:gd name="connsiteY6" fmla="*/ 3567573 h 4187997"/>
              <a:gd name="connsiteX7" fmla="*/ 9618605 w 10774074"/>
              <a:gd name="connsiteY7" fmla="*/ 3542547 h 4187997"/>
              <a:gd name="connsiteX8" fmla="*/ 9626833 w 10774074"/>
              <a:gd name="connsiteY8" fmla="*/ 2902468 h 4187997"/>
              <a:gd name="connsiteX9" fmla="*/ 10774074 w 10774074"/>
              <a:gd name="connsiteY9" fmla="*/ 2885843 h 4187997"/>
              <a:gd name="connsiteX0" fmla="*/ 1712162 w 10774074"/>
              <a:gd name="connsiteY0" fmla="*/ 4187997 h 4187997"/>
              <a:gd name="connsiteX1" fmla="*/ 1697181 w 10774074"/>
              <a:gd name="connsiteY1" fmla="*/ 660543 h 4187997"/>
              <a:gd name="connsiteX2" fmla="*/ 0 w 10774074"/>
              <a:gd name="connsiteY2" fmla="*/ 667037 h 4187997"/>
              <a:gd name="connsiteX3" fmla="*/ 14576 w 10774074"/>
              <a:gd name="connsiteY3" fmla="*/ 0 h 4187997"/>
              <a:gd name="connsiteX4" fmla="*/ 1952162 w 10774074"/>
              <a:gd name="connsiteY4" fmla="*/ 7647 h 4187997"/>
              <a:gd name="connsiteX5" fmla="*/ 5404918 w 10774074"/>
              <a:gd name="connsiteY5" fmla="*/ 2914936 h 4187997"/>
              <a:gd name="connsiteX6" fmla="*/ 5401974 w 10774074"/>
              <a:gd name="connsiteY6" fmla="*/ 3567573 h 4187997"/>
              <a:gd name="connsiteX7" fmla="*/ 9618605 w 10774074"/>
              <a:gd name="connsiteY7" fmla="*/ 3542547 h 4187997"/>
              <a:gd name="connsiteX8" fmla="*/ 9626833 w 10774074"/>
              <a:gd name="connsiteY8" fmla="*/ 2902468 h 4187997"/>
              <a:gd name="connsiteX9" fmla="*/ 10774074 w 10774074"/>
              <a:gd name="connsiteY9" fmla="*/ 2885843 h 4187997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5401974 w 10774074"/>
              <a:gd name="connsiteY6" fmla="*/ 5753275 h 6373699"/>
              <a:gd name="connsiteX7" fmla="*/ 9618605 w 10774074"/>
              <a:gd name="connsiteY7" fmla="*/ 5728249 h 6373699"/>
              <a:gd name="connsiteX8" fmla="*/ 9626833 w 10774074"/>
              <a:gd name="connsiteY8" fmla="*/ 5088170 h 6373699"/>
              <a:gd name="connsiteX9" fmla="*/ 10774074 w 10774074"/>
              <a:gd name="connsiteY9" fmla="*/ 5071545 h 6373699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9618605 w 10774074"/>
              <a:gd name="connsiteY6" fmla="*/ 5728249 h 6373699"/>
              <a:gd name="connsiteX7" fmla="*/ 9626833 w 10774074"/>
              <a:gd name="connsiteY7" fmla="*/ 5088170 h 6373699"/>
              <a:gd name="connsiteX8" fmla="*/ 10774074 w 10774074"/>
              <a:gd name="connsiteY8" fmla="*/ 5071545 h 6373699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9626833 w 10774074"/>
              <a:gd name="connsiteY6" fmla="*/ 5088170 h 6373699"/>
              <a:gd name="connsiteX7" fmla="*/ 10774074 w 10774074"/>
              <a:gd name="connsiteY7" fmla="*/ 5071545 h 6373699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10774074 w 10774074"/>
              <a:gd name="connsiteY6" fmla="*/ 5071545 h 6373699"/>
              <a:gd name="connsiteX0" fmla="*/ 1712162 w 1971156"/>
              <a:gd name="connsiteY0" fmla="*/ 6373699 h 6373699"/>
              <a:gd name="connsiteX1" fmla="*/ 1697181 w 1971156"/>
              <a:gd name="connsiteY1" fmla="*/ 2846245 h 6373699"/>
              <a:gd name="connsiteX2" fmla="*/ 0 w 1971156"/>
              <a:gd name="connsiteY2" fmla="*/ 2852739 h 6373699"/>
              <a:gd name="connsiteX3" fmla="*/ 14576 w 1971156"/>
              <a:gd name="connsiteY3" fmla="*/ 2185702 h 6373699"/>
              <a:gd name="connsiteX4" fmla="*/ 1952162 w 1971156"/>
              <a:gd name="connsiteY4" fmla="*/ 2193349 h 6373699"/>
              <a:gd name="connsiteX5" fmla="*/ 1971156 w 1971156"/>
              <a:gd name="connsiteY5" fmla="*/ 0 h 6373699"/>
              <a:gd name="connsiteX0" fmla="*/ 1712162 w 2880794"/>
              <a:gd name="connsiteY0" fmla="*/ 6087949 h 6087949"/>
              <a:gd name="connsiteX1" fmla="*/ 1697181 w 2880794"/>
              <a:gd name="connsiteY1" fmla="*/ 2560495 h 6087949"/>
              <a:gd name="connsiteX2" fmla="*/ 0 w 2880794"/>
              <a:gd name="connsiteY2" fmla="*/ 2566989 h 6087949"/>
              <a:gd name="connsiteX3" fmla="*/ 14576 w 2880794"/>
              <a:gd name="connsiteY3" fmla="*/ 1899952 h 6087949"/>
              <a:gd name="connsiteX4" fmla="*/ 1952162 w 2880794"/>
              <a:gd name="connsiteY4" fmla="*/ 1907599 h 6087949"/>
              <a:gd name="connsiteX5" fmla="*/ 2880794 w 2880794"/>
              <a:gd name="connsiteY5" fmla="*/ 0 h 6087949"/>
              <a:gd name="connsiteX0" fmla="*/ 1712162 w 2880794"/>
              <a:gd name="connsiteY0" fmla="*/ 6087949 h 6087949"/>
              <a:gd name="connsiteX1" fmla="*/ 1697181 w 2880794"/>
              <a:gd name="connsiteY1" fmla="*/ 2560495 h 6087949"/>
              <a:gd name="connsiteX2" fmla="*/ 0 w 2880794"/>
              <a:gd name="connsiteY2" fmla="*/ 2566989 h 6087949"/>
              <a:gd name="connsiteX3" fmla="*/ 14576 w 2880794"/>
              <a:gd name="connsiteY3" fmla="*/ 1899952 h 6087949"/>
              <a:gd name="connsiteX4" fmla="*/ 1142537 w 2880794"/>
              <a:gd name="connsiteY4" fmla="*/ 2599 h 6087949"/>
              <a:gd name="connsiteX5" fmla="*/ 2880794 w 2880794"/>
              <a:gd name="connsiteY5" fmla="*/ 0 h 6087949"/>
              <a:gd name="connsiteX0" fmla="*/ 1712162 w 2880794"/>
              <a:gd name="connsiteY0" fmla="*/ 6087949 h 6087949"/>
              <a:gd name="connsiteX1" fmla="*/ 1697181 w 2880794"/>
              <a:gd name="connsiteY1" fmla="*/ 2560495 h 6087949"/>
              <a:gd name="connsiteX2" fmla="*/ 0 w 2880794"/>
              <a:gd name="connsiteY2" fmla="*/ 2566989 h 6087949"/>
              <a:gd name="connsiteX3" fmla="*/ 1152814 w 2880794"/>
              <a:gd name="connsiteY3" fmla="*/ 1914239 h 6087949"/>
              <a:gd name="connsiteX4" fmla="*/ 1142537 w 2880794"/>
              <a:gd name="connsiteY4" fmla="*/ 2599 h 6087949"/>
              <a:gd name="connsiteX5" fmla="*/ 2880794 w 2880794"/>
              <a:gd name="connsiteY5" fmla="*/ 0 h 6087949"/>
              <a:gd name="connsiteX0" fmla="*/ 2245562 w 3414194"/>
              <a:gd name="connsiteY0" fmla="*/ 6087949 h 6087949"/>
              <a:gd name="connsiteX1" fmla="*/ 2230581 w 3414194"/>
              <a:gd name="connsiteY1" fmla="*/ 2560495 h 6087949"/>
              <a:gd name="connsiteX2" fmla="*/ 0 w 3414194"/>
              <a:gd name="connsiteY2" fmla="*/ 1919289 h 6087949"/>
              <a:gd name="connsiteX3" fmla="*/ 1686214 w 3414194"/>
              <a:gd name="connsiteY3" fmla="*/ 1914239 h 6087949"/>
              <a:gd name="connsiteX4" fmla="*/ 1675937 w 3414194"/>
              <a:gd name="connsiteY4" fmla="*/ 2599 h 6087949"/>
              <a:gd name="connsiteX5" fmla="*/ 3414194 w 3414194"/>
              <a:gd name="connsiteY5" fmla="*/ 0 h 6087949"/>
              <a:gd name="connsiteX0" fmla="*/ 2245562 w 3414194"/>
              <a:gd name="connsiteY0" fmla="*/ 6087949 h 6087949"/>
              <a:gd name="connsiteX1" fmla="*/ 0 w 3414194"/>
              <a:gd name="connsiteY1" fmla="*/ 1919289 h 6087949"/>
              <a:gd name="connsiteX2" fmla="*/ 1686214 w 3414194"/>
              <a:gd name="connsiteY2" fmla="*/ 1914239 h 6087949"/>
              <a:gd name="connsiteX3" fmla="*/ 1675937 w 3414194"/>
              <a:gd name="connsiteY3" fmla="*/ 2599 h 6087949"/>
              <a:gd name="connsiteX4" fmla="*/ 3414194 w 3414194"/>
              <a:gd name="connsiteY4" fmla="*/ 0 h 6087949"/>
              <a:gd name="connsiteX0" fmla="*/ 0 w 3414194"/>
              <a:gd name="connsiteY0" fmla="*/ 1919289 h 1919289"/>
              <a:gd name="connsiteX1" fmla="*/ 1686214 w 3414194"/>
              <a:gd name="connsiteY1" fmla="*/ 1914239 h 1919289"/>
              <a:gd name="connsiteX2" fmla="*/ 1675937 w 3414194"/>
              <a:gd name="connsiteY2" fmla="*/ 2599 h 1919289"/>
              <a:gd name="connsiteX3" fmla="*/ 3414194 w 3414194"/>
              <a:gd name="connsiteY3" fmla="*/ 0 h 1919289"/>
              <a:gd name="connsiteX0" fmla="*/ 0 w 3414194"/>
              <a:gd name="connsiteY0" fmla="*/ 1919289 h 4841609"/>
              <a:gd name="connsiteX1" fmla="*/ 1686214 w 3414194"/>
              <a:gd name="connsiteY1" fmla="*/ 1914239 h 4841609"/>
              <a:gd name="connsiteX2" fmla="*/ 1718800 w 3414194"/>
              <a:gd name="connsiteY2" fmla="*/ 4774624 h 4841609"/>
              <a:gd name="connsiteX3" fmla="*/ 3414194 w 3414194"/>
              <a:gd name="connsiteY3" fmla="*/ 0 h 4841609"/>
              <a:gd name="connsiteX0" fmla="*/ 0 w 3414194"/>
              <a:gd name="connsiteY0" fmla="*/ 1919289 h 4870318"/>
              <a:gd name="connsiteX1" fmla="*/ 1686214 w 3414194"/>
              <a:gd name="connsiteY1" fmla="*/ 1914239 h 4870318"/>
              <a:gd name="connsiteX2" fmla="*/ 1718800 w 3414194"/>
              <a:gd name="connsiteY2" fmla="*/ 4774624 h 4870318"/>
              <a:gd name="connsiteX3" fmla="*/ 3414194 w 3414194"/>
              <a:gd name="connsiteY3" fmla="*/ 0 h 4870318"/>
              <a:gd name="connsiteX0" fmla="*/ 0 w 1719117"/>
              <a:gd name="connsiteY0" fmla="*/ 5050 h 2956079"/>
              <a:gd name="connsiteX1" fmla="*/ 1686214 w 1719117"/>
              <a:gd name="connsiteY1" fmla="*/ 0 h 2956079"/>
              <a:gd name="connsiteX2" fmla="*/ 1718800 w 1719117"/>
              <a:gd name="connsiteY2" fmla="*/ 2860385 h 2956079"/>
              <a:gd name="connsiteX3" fmla="*/ 75682 w 1719117"/>
              <a:gd name="connsiteY3" fmla="*/ 2876836 h 2956079"/>
              <a:gd name="connsiteX0" fmla="*/ 0 w 1718800"/>
              <a:gd name="connsiteY0" fmla="*/ 5050 h 2876836"/>
              <a:gd name="connsiteX1" fmla="*/ 1686214 w 1718800"/>
              <a:gd name="connsiteY1" fmla="*/ 0 h 2876836"/>
              <a:gd name="connsiteX2" fmla="*/ 1718800 w 1718800"/>
              <a:gd name="connsiteY2" fmla="*/ 2860385 h 2876836"/>
              <a:gd name="connsiteX3" fmla="*/ 75682 w 1718800"/>
              <a:gd name="connsiteY3" fmla="*/ 2876836 h 2876836"/>
              <a:gd name="connsiteX0" fmla="*/ 0 w 1718800"/>
              <a:gd name="connsiteY0" fmla="*/ 5050 h 2860385"/>
              <a:gd name="connsiteX1" fmla="*/ 1686214 w 1718800"/>
              <a:gd name="connsiteY1" fmla="*/ 0 h 2860385"/>
              <a:gd name="connsiteX2" fmla="*/ 1718800 w 1718800"/>
              <a:gd name="connsiteY2" fmla="*/ 2860385 h 2860385"/>
              <a:gd name="connsiteX3" fmla="*/ 623370 w 1718800"/>
              <a:gd name="connsiteY3" fmla="*/ 2853024 h 2860385"/>
              <a:gd name="connsiteX0" fmla="*/ 0 w 1718800"/>
              <a:gd name="connsiteY0" fmla="*/ 5050 h 2910174"/>
              <a:gd name="connsiteX1" fmla="*/ 1686214 w 1718800"/>
              <a:gd name="connsiteY1" fmla="*/ 0 h 2910174"/>
              <a:gd name="connsiteX2" fmla="*/ 1718800 w 1718800"/>
              <a:gd name="connsiteY2" fmla="*/ 2860385 h 2910174"/>
              <a:gd name="connsiteX3" fmla="*/ 590032 w 1718800"/>
              <a:gd name="connsiteY3" fmla="*/ 2910174 h 2910174"/>
              <a:gd name="connsiteX0" fmla="*/ 0 w 1718800"/>
              <a:gd name="connsiteY0" fmla="*/ 5050 h 2872074"/>
              <a:gd name="connsiteX1" fmla="*/ 1686214 w 1718800"/>
              <a:gd name="connsiteY1" fmla="*/ 0 h 2872074"/>
              <a:gd name="connsiteX2" fmla="*/ 1718800 w 1718800"/>
              <a:gd name="connsiteY2" fmla="*/ 2860385 h 2872074"/>
              <a:gd name="connsiteX3" fmla="*/ 599557 w 1718800"/>
              <a:gd name="connsiteY3" fmla="*/ 2872074 h 2872074"/>
              <a:gd name="connsiteX0" fmla="*/ 0 w 1718800"/>
              <a:gd name="connsiteY0" fmla="*/ 5050 h 3529299"/>
              <a:gd name="connsiteX1" fmla="*/ 1686214 w 1718800"/>
              <a:gd name="connsiteY1" fmla="*/ 0 h 3529299"/>
              <a:gd name="connsiteX2" fmla="*/ 1718800 w 1718800"/>
              <a:gd name="connsiteY2" fmla="*/ 2860385 h 3529299"/>
              <a:gd name="connsiteX3" fmla="*/ 561457 w 1718800"/>
              <a:gd name="connsiteY3" fmla="*/ 3529299 h 3529299"/>
              <a:gd name="connsiteX0" fmla="*/ 0 w 1718800"/>
              <a:gd name="connsiteY0" fmla="*/ 5050 h 3529299"/>
              <a:gd name="connsiteX1" fmla="*/ 1686214 w 1718800"/>
              <a:gd name="connsiteY1" fmla="*/ 0 h 3529299"/>
              <a:gd name="connsiteX2" fmla="*/ 1718800 w 1718800"/>
              <a:gd name="connsiteY2" fmla="*/ 2860385 h 3529299"/>
              <a:gd name="connsiteX3" fmla="*/ 1158934 w 1718800"/>
              <a:gd name="connsiteY3" fmla="*/ 3187872 h 3529299"/>
              <a:gd name="connsiteX4" fmla="*/ 561457 w 1718800"/>
              <a:gd name="connsiteY4" fmla="*/ 3529299 h 3529299"/>
              <a:gd name="connsiteX0" fmla="*/ 0 w 1718800"/>
              <a:gd name="connsiteY0" fmla="*/ 5050 h 3529299"/>
              <a:gd name="connsiteX1" fmla="*/ 1686214 w 1718800"/>
              <a:gd name="connsiteY1" fmla="*/ 0 h 3529299"/>
              <a:gd name="connsiteX2" fmla="*/ 1718800 w 1718800"/>
              <a:gd name="connsiteY2" fmla="*/ 2860385 h 3529299"/>
              <a:gd name="connsiteX3" fmla="*/ 558859 w 1718800"/>
              <a:gd name="connsiteY3" fmla="*/ 2878310 h 3529299"/>
              <a:gd name="connsiteX4" fmla="*/ 561457 w 1718800"/>
              <a:gd name="connsiteY4" fmla="*/ 3529299 h 3529299"/>
              <a:gd name="connsiteX0" fmla="*/ 26928 w 1745728"/>
              <a:gd name="connsiteY0" fmla="*/ 5050 h 3529299"/>
              <a:gd name="connsiteX1" fmla="*/ 1713142 w 1745728"/>
              <a:gd name="connsiteY1" fmla="*/ 0 h 3529299"/>
              <a:gd name="connsiteX2" fmla="*/ 1745728 w 1745728"/>
              <a:gd name="connsiteY2" fmla="*/ 2860385 h 3529299"/>
              <a:gd name="connsiteX3" fmla="*/ 0 w 1745728"/>
              <a:gd name="connsiteY3" fmla="*/ 3521248 h 3529299"/>
              <a:gd name="connsiteX4" fmla="*/ 588385 w 1745728"/>
              <a:gd name="connsiteY4" fmla="*/ 3529299 h 3529299"/>
              <a:gd name="connsiteX0" fmla="*/ 33850 w 1720114"/>
              <a:gd name="connsiteY0" fmla="*/ 5050 h 3529299"/>
              <a:gd name="connsiteX1" fmla="*/ 1720064 w 1720114"/>
              <a:gd name="connsiteY1" fmla="*/ 0 h 3529299"/>
              <a:gd name="connsiteX2" fmla="*/ 50 w 1720114"/>
              <a:gd name="connsiteY2" fmla="*/ 2503197 h 3529299"/>
              <a:gd name="connsiteX3" fmla="*/ 6922 w 1720114"/>
              <a:gd name="connsiteY3" fmla="*/ 3521248 h 3529299"/>
              <a:gd name="connsiteX4" fmla="*/ 595307 w 1720114"/>
              <a:gd name="connsiteY4" fmla="*/ 3529299 h 3529299"/>
              <a:gd name="connsiteX0" fmla="*/ 33850 w 1710589"/>
              <a:gd name="connsiteY0" fmla="*/ 0 h 3524249"/>
              <a:gd name="connsiteX1" fmla="*/ 1710539 w 1710589"/>
              <a:gd name="connsiteY1" fmla="*/ 2519075 h 3524249"/>
              <a:gd name="connsiteX2" fmla="*/ 50 w 1710589"/>
              <a:gd name="connsiteY2" fmla="*/ 2498147 h 3524249"/>
              <a:gd name="connsiteX3" fmla="*/ 6922 w 1710589"/>
              <a:gd name="connsiteY3" fmla="*/ 3516198 h 3524249"/>
              <a:gd name="connsiteX4" fmla="*/ 595307 w 1710589"/>
              <a:gd name="connsiteY4" fmla="*/ 3524249 h 3524249"/>
              <a:gd name="connsiteX0" fmla="*/ 33800 w 1710566"/>
              <a:gd name="connsiteY0" fmla="*/ 0 h 3524249"/>
              <a:gd name="connsiteX1" fmla="*/ 1710489 w 1710566"/>
              <a:gd name="connsiteY1" fmla="*/ 2519075 h 3524249"/>
              <a:gd name="connsiteX2" fmla="*/ 0 w 1710566"/>
              <a:gd name="connsiteY2" fmla="*/ 2498147 h 3524249"/>
              <a:gd name="connsiteX3" fmla="*/ 6872 w 1710566"/>
              <a:gd name="connsiteY3" fmla="*/ 3516198 h 3524249"/>
              <a:gd name="connsiteX4" fmla="*/ 595257 w 1710566"/>
              <a:gd name="connsiteY4" fmla="*/ 3524249 h 3524249"/>
              <a:gd name="connsiteX0" fmla="*/ 33800 w 1710489"/>
              <a:gd name="connsiteY0" fmla="*/ 0 h 3524249"/>
              <a:gd name="connsiteX1" fmla="*/ 1710489 w 1710489"/>
              <a:gd name="connsiteY1" fmla="*/ 2519075 h 3524249"/>
              <a:gd name="connsiteX2" fmla="*/ 0 w 1710489"/>
              <a:gd name="connsiteY2" fmla="*/ 2498147 h 3524249"/>
              <a:gd name="connsiteX3" fmla="*/ 6872 w 1710489"/>
              <a:gd name="connsiteY3" fmla="*/ 3516198 h 3524249"/>
              <a:gd name="connsiteX4" fmla="*/ 595257 w 1710489"/>
              <a:gd name="connsiteY4" fmla="*/ 3524249 h 3524249"/>
              <a:gd name="connsiteX0" fmla="*/ 33800 w 596064"/>
              <a:gd name="connsiteY0" fmla="*/ 0 h 3524249"/>
              <a:gd name="connsiteX1" fmla="*/ 596064 w 596064"/>
              <a:gd name="connsiteY1" fmla="*/ 2504787 h 3524249"/>
              <a:gd name="connsiteX2" fmla="*/ 0 w 596064"/>
              <a:gd name="connsiteY2" fmla="*/ 2498147 h 3524249"/>
              <a:gd name="connsiteX3" fmla="*/ 6872 w 596064"/>
              <a:gd name="connsiteY3" fmla="*/ 3516198 h 3524249"/>
              <a:gd name="connsiteX4" fmla="*/ 595257 w 596064"/>
              <a:gd name="connsiteY4" fmla="*/ 3524249 h 3524249"/>
              <a:gd name="connsiteX0" fmla="*/ 596064 w 596064"/>
              <a:gd name="connsiteY0" fmla="*/ 6640 h 1026102"/>
              <a:gd name="connsiteX1" fmla="*/ 0 w 596064"/>
              <a:gd name="connsiteY1" fmla="*/ 0 h 1026102"/>
              <a:gd name="connsiteX2" fmla="*/ 6872 w 596064"/>
              <a:gd name="connsiteY2" fmla="*/ 1018051 h 1026102"/>
              <a:gd name="connsiteX3" fmla="*/ 595257 w 596064"/>
              <a:gd name="connsiteY3" fmla="*/ 1026102 h 1026102"/>
              <a:gd name="connsiteX0" fmla="*/ 605589 w 605589"/>
              <a:gd name="connsiteY0" fmla="*/ 30453 h 1049915"/>
              <a:gd name="connsiteX1" fmla="*/ 0 w 605589"/>
              <a:gd name="connsiteY1" fmla="*/ 0 h 1049915"/>
              <a:gd name="connsiteX2" fmla="*/ 16397 w 605589"/>
              <a:gd name="connsiteY2" fmla="*/ 1041864 h 1049915"/>
              <a:gd name="connsiteX3" fmla="*/ 604782 w 605589"/>
              <a:gd name="connsiteY3" fmla="*/ 1049915 h 1049915"/>
              <a:gd name="connsiteX0" fmla="*/ 605589 w 605589"/>
              <a:gd name="connsiteY0" fmla="*/ 30453 h 1049915"/>
              <a:gd name="connsiteX1" fmla="*/ 0 w 605589"/>
              <a:gd name="connsiteY1" fmla="*/ 0 h 1049915"/>
              <a:gd name="connsiteX2" fmla="*/ 16397 w 605589"/>
              <a:gd name="connsiteY2" fmla="*/ 1041864 h 1049915"/>
              <a:gd name="connsiteX3" fmla="*/ 604782 w 605589"/>
              <a:gd name="connsiteY3" fmla="*/ 1049915 h 1049915"/>
              <a:gd name="connsiteX0" fmla="*/ 605589 w 605589"/>
              <a:gd name="connsiteY0" fmla="*/ 10232 h 1029694"/>
              <a:gd name="connsiteX1" fmla="*/ 0 w 605589"/>
              <a:gd name="connsiteY1" fmla="*/ 3591 h 1029694"/>
              <a:gd name="connsiteX2" fmla="*/ 16397 w 605589"/>
              <a:gd name="connsiteY2" fmla="*/ 1021643 h 1029694"/>
              <a:gd name="connsiteX3" fmla="*/ 604782 w 605589"/>
              <a:gd name="connsiteY3" fmla="*/ 1029694 h 1029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589" h="1029694">
                <a:moveTo>
                  <a:pt x="605589" y="10232"/>
                </a:moveTo>
                <a:cubicBezTo>
                  <a:pt x="92576" y="-17381"/>
                  <a:pt x="584451" y="21678"/>
                  <a:pt x="0" y="3591"/>
                </a:cubicBezTo>
                <a:cubicBezTo>
                  <a:pt x="2291" y="342941"/>
                  <a:pt x="14106" y="682293"/>
                  <a:pt x="16397" y="1021643"/>
                </a:cubicBezTo>
                <a:lnTo>
                  <a:pt x="604782" y="1029694"/>
                </a:lnTo>
              </a:path>
            </a:pathLst>
          </a:cu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3F829DA1-54E6-71B2-F7B4-7855F78DA2C3}"/>
              </a:ext>
            </a:extLst>
          </p:cNvPr>
          <p:cNvSpPr/>
          <p:nvPr/>
        </p:nvSpPr>
        <p:spPr>
          <a:xfrm>
            <a:off x="3850697" y="2384426"/>
            <a:ext cx="629401" cy="1455514"/>
          </a:xfrm>
          <a:custGeom>
            <a:avLst/>
            <a:gdLst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0678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9822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35200 w 10241280"/>
              <a:gd name="connsiteY3" fmla="*/ 446901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9106594 w 10241280"/>
              <a:gd name="connsiteY8" fmla="*/ 4788130 h 5370022"/>
              <a:gd name="connsiteX9" fmla="*/ 10241280 w 10241280"/>
              <a:gd name="connsiteY9" fmla="*/ 4796444 h 5370022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06594 w 10241280"/>
              <a:gd name="connsiteY8" fmla="*/ 4788130 h 5764875"/>
              <a:gd name="connsiteX9" fmla="*/ 10241280 w 10241280"/>
              <a:gd name="connsiteY9" fmla="*/ 4796444 h 5764875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31533 w 10241280"/>
              <a:gd name="connsiteY8" fmla="*/ 5124796 h 5764875"/>
              <a:gd name="connsiteX9" fmla="*/ 10241280 w 10241280"/>
              <a:gd name="connsiteY9" fmla="*/ 4796444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4110644 w 10245437"/>
              <a:gd name="connsiteY6" fmla="*/ 5370022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4585768 w 10245437"/>
              <a:gd name="connsiteY5" fmla="*/ 5132502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585768 w 10245437"/>
              <a:gd name="connsiteY5" fmla="*/ 5132502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852468 w 10245437"/>
              <a:gd name="connsiteY5" fmla="*/ 5137264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52468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34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07721 w 10245437"/>
              <a:gd name="connsiteY8" fmla="*/ 5100983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8196 w 10245437"/>
              <a:gd name="connsiteY8" fmla="*/ 5124796 h 5789901"/>
              <a:gd name="connsiteX9" fmla="*/ 10245437 w 10245437"/>
              <a:gd name="connsiteY9" fmla="*/ 5108171 h 5789901"/>
              <a:gd name="connsiteX0" fmla="*/ 1183525 w 10245437"/>
              <a:gd name="connsiteY0" fmla="*/ 4494241 h 4494241"/>
              <a:gd name="connsiteX1" fmla="*/ 20782 w 10245437"/>
              <a:gd name="connsiteY1" fmla="*/ 0 h 4494241"/>
              <a:gd name="connsiteX2" fmla="*/ 0 w 10245437"/>
              <a:gd name="connsiteY2" fmla="*/ 2535381 h 4494241"/>
              <a:gd name="connsiteX3" fmla="*/ 1133764 w 10245437"/>
              <a:gd name="connsiteY3" fmla="*/ 2544619 h 4494241"/>
              <a:gd name="connsiteX4" fmla="*/ 1142538 w 10245437"/>
              <a:gd name="connsiteY4" fmla="*/ 3214254 h 4494241"/>
              <a:gd name="connsiteX5" fmla="*/ 4876281 w 10245437"/>
              <a:gd name="connsiteY5" fmla="*/ 3221180 h 4494241"/>
              <a:gd name="connsiteX6" fmla="*/ 4873337 w 10245437"/>
              <a:gd name="connsiteY6" fmla="*/ 3873817 h 4494241"/>
              <a:gd name="connsiteX7" fmla="*/ 9089968 w 10245437"/>
              <a:gd name="connsiteY7" fmla="*/ 3848791 h 4494241"/>
              <a:gd name="connsiteX8" fmla="*/ 9098196 w 10245437"/>
              <a:gd name="connsiteY8" fmla="*/ 3208712 h 4494241"/>
              <a:gd name="connsiteX9" fmla="*/ 10245437 w 10245437"/>
              <a:gd name="connsiteY9" fmla="*/ 3192087 h 4494241"/>
              <a:gd name="connsiteX0" fmla="*/ 1183525 w 10245437"/>
              <a:gd name="connsiteY0" fmla="*/ 3527454 h 3527454"/>
              <a:gd name="connsiteX1" fmla="*/ 1168544 w 10245437"/>
              <a:gd name="connsiteY1" fmla="*/ 0 h 3527454"/>
              <a:gd name="connsiteX2" fmla="*/ 0 w 10245437"/>
              <a:gd name="connsiteY2" fmla="*/ 1568594 h 3527454"/>
              <a:gd name="connsiteX3" fmla="*/ 1133764 w 10245437"/>
              <a:gd name="connsiteY3" fmla="*/ 1577832 h 3527454"/>
              <a:gd name="connsiteX4" fmla="*/ 1142538 w 10245437"/>
              <a:gd name="connsiteY4" fmla="*/ 2247467 h 3527454"/>
              <a:gd name="connsiteX5" fmla="*/ 4876281 w 10245437"/>
              <a:gd name="connsiteY5" fmla="*/ 2254393 h 3527454"/>
              <a:gd name="connsiteX6" fmla="*/ 4873337 w 10245437"/>
              <a:gd name="connsiteY6" fmla="*/ 2907030 h 3527454"/>
              <a:gd name="connsiteX7" fmla="*/ 9089968 w 10245437"/>
              <a:gd name="connsiteY7" fmla="*/ 2882004 h 3527454"/>
              <a:gd name="connsiteX8" fmla="*/ 9098196 w 10245437"/>
              <a:gd name="connsiteY8" fmla="*/ 2241925 h 3527454"/>
              <a:gd name="connsiteX9" fmla="*/ 10245437 w 10245437"/>
              <a:gd name="connsiteY9" fmla="*/ 2225300 h 3527454"/>
              <a:gd name="connsiteX0" fmla="*/ 1712162 w 10774074"/>
              <a:gd name="connsiteY0" fmla="*/ 3527454 h 3527454"/>
              <a:gd name="connsiteX1" fmla="*/ 1697181 w 10774074"/>
              <a:gd name="connsiteY1" fmla="*/ 0 h 3527454"/>
              <a:gd name="connsiteX2" fmla="*/ 0 w 10774074"/>
              <a:gd name="connsiteY2" fmla="*/ 6494 h 3527454"/>
              <a:gd name="connsiteX3" fmla="*/ 1662401 w 10774074"/>
              <a:gd name="connsiteY3" fmla="*/ 1577832 h 3527454"/>
              <a:gd name="connsiteX4" fmla="*/ 1671175 w 10774074"/>
              <a:gd name="connsiteY4" fmla="*/ 2247467 h 3527454"/>
              <a:gd name="connsiteX5" fmla="*/ 5404918 w 10774074"/>
              <a:gd name="connsiteY5" fmla="*/ 2254393 h 3527454"/>
              <a:gd name="connsiteX6" fmla="*/ 5401974 w 10774074"/>
              <a:gd name="connsiteY6" fmla="*/ 2907030 h 3527454"/>
              <a:gd name="connsiteX7" fmla="*/ 9618605 w 10774074"/>
              <a:gd name="connsiteY7" fmla="*/ 2882004 h 3527454"/>
              <a:gd name="connsiteX8" fmla="*/ 9626833 w 10774074"/>
              <a:gd name="connsiteY8" fmla="*/ 2241925 h 3527454"/>
              <a:gd name="connsiteX9" fmla="*/ 10774074 w 10774074"/>
              <a:gd name="connsiteY9" fmla="*/ 2225300 h 3527454"/>
              <a:gd name="connsiteX0" fmla="*/ 1712162 w 10774074"/>
              <a:gd name="connsiteY0" fmla="*/ 3983209 h 3983209"/>
              <a:gd name="connsiteX1" fmla="*/ 1697181 w 10774074"/>
              <a:gd name="connsiteY1" fmla="*/ 455755 h 3983209"/>
              <a:gd name="connsiteX2" fmla="*/ 0 w 10774074"/>
              <a:gd name="connsiteY2" fmla="*/ 462249 h 3983209"/>
              <a:gd name="connsiteX3" fmla="*/ 14576 w 10774074"/>
              <a:gd name="connsiteY3" fmla="*/ 0 h 3983209"/>
              <a:gd name="connsiteX4" fmla="*/ 1671175 w 10774074"/>
              <a:gd name="connsiteY4" fmla="*/ 2703222 h 3983209"/>
              <a:gd name="connsiteX5" fmla="*/ 5404918 w 10774074"/>
              <a:gd name="connsiteY5" fmla="*/ 2710148 h 3983209"/>
              <a:gd name="connsiteX6" fmla="*/ 5401974 w 10774074"/>
              <a:gd name="connsiteY6" fmla="*/ 3362785 h 3983209"/>
              <a:gd name="connsiteX7" fmla="*/ 9618605 w 10774074"/>
              <a:gd name="connsiteY7" fmla="*/ 3337759 h 3983209"/>
              <a:gd name="connsiteX8" fmla="*/ 9626833 w 10774074"/>
              <a:gd name="connsiteY8" fmla="*/ 2697680 h 3983209"/>
              <a:gd name="connsiteX9" fmla="*/ 10774074 w 10774074"/>
              <a:gd name="connsiteY9" fmla="*/ 2681055 h 3983209"/>
              <a:gd name="connsiteX0" fmla="*/ 1712162 w 10774074"/>
              <a:gd name="connsiteY0" fmla="*/ 3983209 h 3983209"/>
              <a:gd name="connsiteX1" fmla="*/ 1697181 w 10774074"/>
              <a:gd name="connsiteY1" fmla="*/ 455755 h 3983209"/>
              <a:gd name="connsiteX2" fmla="*/ 0 w 10774074"/>
              <a:gd name="connsiteY2" fmla="*/ 462249 h 3983209"/>
              <a:gd name="connsiteX3" fmla="*/ 14576 w 10774074"/>
              <a:gd name="connsiteY3" fmla="*/ 0 h 3983209"/>
              <a:gd name="connsiteX4" fmla="*/ 2228387 w 10774074"/>
              <a:gd name="connsiteY4" fmla="*/ 74322 h 3983209"/>
              <a:gd name="connsiteX5" fmla="*/ 5404918 w 10774074"/>
              <a:gd name="connsiteY5" fmla="*/ 2710148 h 3983209"/>
              <a:gd name="connsiteX6" fmla="*/ 5401974 w 10774074"/>
              <a:gd name="connsiteY6" fmla="*/ 3362785 h 3983209"/>
              <a:gd name="connsiteX7" fmla="*/ 9618605 w 10774074"/>
              <a:gd name="connsiteY7" fmla="*/ 3337759 h 3983209"/>
              <a:gd name="connsiteX8" fmla="*/ 9626833 w 10774074"/>
              <a:gd name="connsiteY8" fmla="*/ 2697680 h 3983209"/>
              <a:gd name="connsiteX9" fmla="*/ 10774074 w 10774074"/>
              <a:gd name="connsiteY9" fmla="*/ 2681055 h 3983209"/>
              <a:gd name="connsiteX0" fmla="*/ 1712162 w 10774074"/>
              <a:gd name="connsiteY0" fmla="*/ 4151775 h 4151775"/>
              <a:gd name="connsiteX1" fmla="*/ 1697181 w 10774074"/>
              <a:gd name="connsiteY1" fmla="*/ 624321 h 4151775"/>
              <a:gd name="connsiteX2" fmla="*/ 0 w 10774074"/>
              <a:gd name="connsiteY2" fmla="*/ 630815 h 4151775"/>
              <a:gd name="connsiteX3" fmla="*/ 14576 w 10774074"/>
              <a:gd name="connsiteY3" fmla="*/ 168566 h 4151775"/>
              <a:gd name="connsiteX4" fmla="*/ 1714037 w 10774074"/>
              <a:gd name="connsiteY4" fmla="*/ 0 h 4151775"/>
              <a:gd name="connsiteX5" fmla="*/ 5404918 w 10774074"/>
              <a:gd name="connsiteY5" fmla="*/ 2878714 h 4151775"/>
              <a:gd name="connsiteX6" fmla="*/ 5401974 w 10774074"/>
              <a:gd name="connsiteY6" fmla="*/ 3531351 h 4151775"/>
              <a:gd name="connsiteX7" fmla="*/ 9618605 w 10774074"/>
              <a:gd name="connsiteY7" fmla="*/ 3506325 h 4151775"/>
              <a:gd name="connsiteX8" fmla="*/ 9626833 w 10774074"/>
              <a:gd name="connsiteY8" fmla="*/ 2866246 h 4151775"/>
              <a:gd name="connsiteX9" fmla="*/ 10774074 w 10774074"/>
              <a:gd name="connsiteY9" fmla="*/ 2849621 h 4151775"/>
              <a:gd name="connsiteX0" fmla="*/ 1712162 w 10774074"/>
              <a:gd name="connsiteY0" fmla="*/ 4187997 h 4187997"/>
              <a:gd name="connsiteX1" fmla="*/ 1697181 w 10774074"/>
              <a:gd name="connsiteY1" fmla="*/ 660543 h 4187997"/>
              <a:gd name="connsiteX2" fmla="*/ 0 w 10774074"/>
              <a:gd name="connsiteY2" fmla="*/ 667037 h 4187997"/>
              <a:gd name="connsiteX3" fmla="*/ 14576 w 10774074"/>
              <a:gd name="connsiteY3" fmla="*/ 0 h 4187997"/>
              <a:gd name="connsiteX4" fmla="*/ 1714037 w 10774074"/>
              <a:gd name="connsiteY4" fmla="*/ 36222 h 4187997"/>
              <a:gd name="connsiteX5" fmla="*/ 5404918 w 10774074"/>
              <a:gd name="connsiteY5" fmla="*/ 2914936 h 4187997"/>
              <a:gd name="connsiteX6" fmla="*/ 5401974 w 10774074"/>
              <a:gd name="connsiteY6" fmla="*/ 3567573 h 4187997"/>
              <a:gd name="connsiteX7" fmla="*/ 9618605 w 10774074"/>
              <a:gd name="connsiteY7" fmla="*/ 3542547 h 4187997"/>
              <a:gd name="connsiteX8" fmla="*/ 9626833 w 10774074"/>
              <a:gd name="connsiteY8" fmla="*/ 2902468 h 4187997"/>
              <a:gd name="connsiteX9" fmla="*/ 10774074 w 10774074"/>
              <a:gd name="connsiteY9" fmla="*/ 2885843 h 4187997"/>
              <a:gd name="connsiteX0" fmla="*/ 1712162 w 10774074"/>
              <a:gd name="connsiteY0" fmla="*/ 4187997 h 4187997"/>
              <a:gd name="connsiteX1" fmla="*/ 1697181 w 10774074"/>
              <a:gd name="connsiteY1" fmla="*/ 660543 h 4187997"/>
              <a:gd name="connsiteX2" fmla="*/ 0 w 10774074"/>
              <a:gd name="connsiteY2" fmla="*/ 667037 h 4187997"/>
              <a:gd name="connsiteX3" fmla="*/ 14576 w 10774074"/>
              <a:gd name="connsiteY3" fmla="*/ 0 h 4187997"/>
              <a:gd name="connsiteX4" fmla="*/ 1952162 w 10774074"/>
              <a:gd name="connsiteY4" fmla="*/ 7647 h 4187997"/>
              <a:gd name="connsiteX5" fmla="*/ 5404918 w 10774074"/>
              <a:gd name="connsiteY5" fmla="*/ 2914936 h 4187997"/>
              <a:gd name="connsiteX6" fmla="*/ 5401974 w 10774074"/>
              <a:gd name="connsiteY6" fmla="*/ 3567573 h 4187997"/>
              <a:gd name="connsiteX7" fmla="*/ 9618605 w 10774074"/>
              <a:gd name="connsiteY7" fmla="*/ 3542547 h 4187997"/>
              <a:gd name="connsiteX8" fmla="*/ 9626833 w 10774074"/>
              <a:gd name="connsiteY8" fmla="*/ 2902468 h 4187997"/>
              <a:gd name="connsiteX9" fmla="*/ 10774074 w 10774074"/>
              <a:gd name="connsiteY9" fmla="*/ 2885843 h 4187997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5401974 w 10774074"/>
              <a:gd name="connsiteY6" fmla="*/ 5753275 h 6373699"/>
              <a:gd name="connsiteX7" fmla="*/ 9618605 w 10774074"/>
              <a:gd name="connsiteY7" fmla="*/ 5728249 h 6373699"/>
              <a:gd name="connsiteX8" fmla="*/ 9626833 w 10774074"/>
              <a:gd name="connsiteY8" fmla="*/ 5088170 h 6373699"/>
              <a:gd name="connsiteX9" fmla="*/ 10774074 w 10774074"/>
              <a:gd name="connsiteY9" fmla="*/ 5071545 h 6373699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9618605 w 10774074"/>
              <a:gd name="connsiteY6" fmla="*/ 5728249 h 6373699"/>
              <a:gd name="connsiteX7" fmla="*/ 9626833 w 10774074"/>
              <a:gd name="connsiteY7" fmla="*/ 5088170 h 6373699"/>
              <a:gd name="connsiteX8" fmla="*/ 10774074 w 10774074"/>
              <a:gd name="connsiteY8" fmla="*/ 5071545 h 6373699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9626833 w 10774074"/>
              <a:gd name="connsiteY6" fmla="*/ 5088170 h 6373699"/>
              <a:gd name="connsiteX7" fmla="*/ 10774074 w 10774074"/>
              <a:gd name="connsiteY7" fmla="*/ 5071545 h 6373699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10774074 w 10774074"/>
              <a:gd name="connsiteY6" fmla="*/ 5071545 h 6373699"/>
              <a:gd name="connsiteX0" fmla="*/ 1712162 w 1971156"/>
              <a:gd name="connsiteY0" fmla="*/ 6373699 h 6373699"/>
              <a:gd name="connsiteX1" fmla="*/ 1697181 w 1971156"/>
              <a:gd name="connsiteY1" fmla="*/ 2846245 h 6373699"/>
              <a:gd name="connsiteX2" fmla="*/ 0 w 1971156"/>
              <a:gd name="connsiteY2" fmla="*/ 2852739 h 6373699"/>
              <a:gd name="connsiteX3" fmla="*/ 14576 w 1971156"/>
              <a:gd name="connsiteY3" fmla="*/ 2185702 h 6373699"/>
              <a:gd name="connsiteX4" fmla="*/ 1952162 w 1971156"/>
              <a:gd name="connsiteY4" fmla="*/ 2193349 h 6373699"/>
              <a:gd name="connsiteX5" fmla="*/ 1971156 w 1971156"/>
              <a:gd name="connsiteY5" fmla="*/ 0 h 6373699"/>
              <a:gd name="connsiteX0" fmla="*/ 1712162 w 2880794"/>
              <a:gd name="connsiteY0" fmla="*/ 6087949 h 6087949"/>
              <a:gd name="connsiteX1" fmla="*/ 1697181 w 2880794"/>
              <a:gd name="connsiteY1" fmla="*/ 2560495 h 6087949"/>
              <a:gd name="connsiteX2" fmla="*/ 0 w 2880794"/>
              <a:gd name="connsiteY2" fmla="*/ 2566989 h 6087949"/>
              <a:gd name="connsiteX3" fmla="*/ 14576 w 2880794"/>
              <a:gd name="connsiteY3" fmla="*/ 1899952 h 6087949"/>
              <a:gd name="connsiteX4" fmla="*/ 1952162 w 2880794"/>
              <a:gd name="connsiteY4" fmla="*/ 1907599 h 6087949"/>
              <a:gd name="connsiteX5" fmla="*/ 2880794 w 2880794"/>
              <a:gd name="connsiteY5" fmla="*/ 0 h 6087949"/>
              <a:gd name="connsiteX0" fmla="*/ 1712162 w 2880794"/>
              <a:gd name="connsiteY0" fmla="*/ 6087949 h 6087949"/>
              <a:gd name="connsiteX1" fmla="*/ 1697181 w 2880794"/>
              <a:gd name="connsiteY1" fmla="*/ 2560495 h 6087949"/>
              <a:gd name="connsiteX2" fmla="*/ 0 w 2880794"/>
              <a:gd name="connsiteY2" fmla="*/ 2566989 h 6087949"/>
              <a:gd name="connsiteX3" fmla="*/ 14576 w 2880794"/>
              <a:gd name="connsiteY3" fmla="*/ 1899952 h 6087949"/>
              <a:gd name="connsiteX4" fmla="*/ 1142537 w 2880794"/>
              <a:gd name="connsiteY4" fmla="*/ 2599 h 6087949"/>
              <a:gd name="connsiteX5" fmla="*/ 2880794 w 2880794"/>
              <a:gd name="connsiteY5" fmla="*/ 0 h 6087949"/>
              <a:gd name="connsiteX0" fmla="*/ 1712162 w 2880794"/>
              <a:gd name="connsiteY0" fmla="*/ 6087949 h 6087949"/>
              <a:gd name="connsiteX1" fmla="*/ 1697181 w 2880794"/>
              <a:gd name="connsiteY1" fmla="*/ 2560495 h 6087949"/>
              <a:gd name="connsiteX2" fmla="*/ 0 w 2880794"/>
              <a:gd name="connsiteY2" fmla="*/ 2566989 h 6087949"/>
              <a:gd name="connsiteX3" fmla="*/ 1152814 w 2880794"/>
              <a:gd name="connsiteY3" fmla="*/ 1914239 h 6087949"/>
              <a:gd name="connsiteX4" fmla="*/ 1142537 w 2880794"/>
              <a:gd name="connsiteY4" fmla="*/ 2599 h 6087949"/>
              <a:gd name="connsiteX5" fmla="*/ 2880794 w 2880794"/>
              <a:gd name="connsiteY5" fmla="*/ 0 h 6087949"/>
              <a:gd name="connsiteX0" fmla="*/ 2245562 w 3414194"/>
              <a:gd name="connsiteY0" fmla="*/ 6087949 h 6087949"/>
              <a:gd name="connsiteX1" fmla="*/ 2230581 w 3414194"/>
              <a:gd name="connsiteY1" fmla="*/ 2560495 h 6087949"/>
              <a:gd name="connsiteX2" fmla="*/ 0 w 3414194"/>
              <a:gd name="connsiteY2" fmla="*/ 1919289 h 6087949"/>
              <a:gd name="connsiteX3" fmla="*/ 1686214 w 3414194"/>
              <a:gd name="connsiteY3" fmla="*/ 1914239 h 6087949"/>
              <a:gd name="connsiteX4" fmla="*/ 1675937 w 3414194"/>
              <a:gd name="connsiteY4" fmla="*/ 2599 h 6087949"/>
              <a:gd name="connsiteX5" fmla="*/ 3414194 w 3414194"/>
              <a:gd name="connsiteY5" fmla="*/ 0 h 6087949"/>
              <a:gd name="connsiteX0" fmla="*/ 2245562 w 3414194"/>
              <a:gd name="connsiteY0" fmla="*/ 6087949 h 6087949"/>
              <a:gd name="connsiteX1" fmla="*/ 0 w 3414194"/>
              <a:gd name="connsiteY1" fmla="*/ 1919289 h 6087949"/>
              <a:gd name="connsiteX2" fmla="*/ 1686214 w 3414194"/>
              <a:gd name="connsiteY2" fmla="*/ 1914239 h 6087949"/>
              <a:gd name="connsiteX3" fmla="*/ 1675937 w 3414194"/>
              <a:gd name="connsiteY3" fmla="*/ 2599 h 6087949"/>
              <a:gd name="connsiteX4" fmla="*/ 3414194 w 3414194"/>
              <a:gd name="connsiteY4" fmla="*/ 0 h 6087949"/>
              <a:gd name="connsiteX0" fmla="*/ 0 w 3414194"/>
              <a:gd name="connsiteY0" fmla="*/ 1919289 h 1919289"/>
              <a:gd name="connsiteX1" fmla="*/ 1686214 w 3414194"/>
              <a:gd name="connsiteY1" fmla="*/ 1914239 h 1919289"/>
              <a:gd name="connsiteX2" fmla="*/ 1675937 w 3414194"/>
              <a:gd name="connsiteY2" fmla="*/ 2599 h 1919289"/>
              <a:gd name="connsiteX3" fmla="*/ 3414194 w 3414194"/>
              <a:gd name="connsiteY3" fmla="*/ 0 h 1919289"/>
              <a:gd name="connsiteX0" fmla="*/ 0 w 3414194"/>
              <a:gd name="connsiteY0" fmla="*/ 1919289 h 4841609"/>
              <a:gd name="connsiteX1" fmla="*/ 1686214 w 3414194"/>
              <a:gd name="connsiteY1" fmla="*/ 1914239 h 4841609"/>
              <a:gd name="connsiteX2" fmla="*/ 1718800 w 3414194"/>
              <a:gd name="connsiteY2" fmla="*/ 4774624 h 4841609"/>
              <a:gd name="connsiteX3" fmla="*/ 3414194 w 3414194"/>
              <a:gd name="connsiteY3" fmla="*/ 0 h 4841609"/>
              <a:gd name="connsiteX0" fmla="*/ 0 w 3414194"/>
              <a:gd name="connsiteY0" fmla="*/ 1919289 h 4870318"/>
              <a:gd name="connsiteX1" fmla="*/ 1686214 w 3414194"/>
              <a:gd name="connsiteY1" fmla="*/ 1914239 h 4870318"/>
              <a:gd name="connsiteX2" fmla="*/ 1718800 w 3414194"/>
              <a:gd name="connsiteY2" fmla="*/ 4774624 h 4870318"/>
              <a:gd name="connsiteX3" fmla="*/ 3414194 w 3414194"/>
              <a:gd name="connsiteY3" fmla="*/ 0 h 4870318"/>
              <a:gd name="connsiteX0" fmla="*/ 0 w 1719117"/>
              <a:gd name="connsiteY0" fmla="*/ 5050 h 2956079"/>
              <a:gd name="connsiteX1" fmla="*/ 1686214 w 1719117"/>
              <a:gd name="connsiteY1" fmla="*/ 0 h 2956079"/>
              <a:gd name="connsiteX2" fmla="*/ 1718800 w 1719117"/>
              <a:gd name="connsiteY2" fmla="*/ 2860385 h 2956079"/>
              <a:gd name="connsiteX3" fmla="*/ 75682 w 1719117"/>
              <a:gd name="connsiteY3" fmla="*/ 2876836 h 2956079"/>
              <a:gd name="connsiteX0" fmla="*/ 0 w 1718800"/>
              <a:gd name="connsiteY0" fmla="*/ 5050 h 2876836"/>
              <a:gd name="connsiteX1" fmla="*/ 1686214 w 1718800"/>
              <a:gd name="connsiteY1" fmla="*/ 0 h 2876836"/>
              <a:gd name="connsiteX2" fmla="*/ 1718800 w 1718800"/>
              <a:gd name="connsiteY2" fmla="*/ 2860385 h 2876836"/>
              <a:gd name="connsiteX3" fmla="*/ 75682 w 1718800"/>
              <a:gd name="connsiteY3" fmla="*/ 2876836 h 2876836"/>
              <a:gd name="connsiteX0" fmla="*/ 0 w 1718800"/>
              <a:gd name="connsiteY0" fmla="*/ 5050 h 2860385"/>
              <a:gd name="connsiteX1" fmla="*/ 1686214 w 1718800"/>
              <a:gd name="connsiteY1" fmla="*/ 0 h 2860385"/>
              <a:gd name="connsiteX2" fmla="*/ 1718800 w 1718800"/>
              <a:gd name="connsiteY2" fmla="*/ 2860385 h 2860385"/>
              <a:gd name="connsiteX3" fmla="*/ 623370 w 1718800"/>
              <a:gd name="connsiteY3" fmla="*/ 2853024 h 2860385"/>
              <a:gd name="connsiteX0" fmla="*/ 0 w 1718800"/>
              <a:gd name="connsiteY0" fmla="*/ 5050 h 2910174"/>
              <a:gd name="connsiteX1" fmla="*/ 1686214 w 1718800"/>
              <a:gd name="connsiteY1" fmla="*/ 0 h 2910174"/>
              <a:gd name="connsiteX2" fmla="*/ 1718800 w 1718800"/>
              <a:gd name="connsiteY2" fmla="*/ 2860385 h 2910174"/>
              <a:gd name="connsiteX3" fmla="*/ 590032 w 1718800"/>
              <a:gd name="connsiteY3" fmla="*/ 2910174 h 2910174"/>
              <a:gd name="connsiteX0" fmla="*/ 0 w 1718800"/>
              <a:gd name="connsiteY0" fmla="*/ 5050 h 2872074"/>
              <a:gd name="connsiteX1" fmla="*/ 1686214 w 1718800"/>
              <a:gd name="connsiteY1" fmla="*/ 0 h 2872074"/>
              <a:gd name="connsiteX2" fmla="*/ 1718800 w 1718800"/>
              <a:gd name="connsiteY2" fmla="*/ 2860385 h 2872074"/>
              <a:gd name="connsiteX3" fmla="*/ 599557 w 1718800"/>
              <a:gd name="connsiteY3" fmla="*/ 2872074 h 2872074"/>
              <a:gd name="connsiteX0" fmla="*/ 0 w 1718800"/>
              <a:gd name="connsiteY0" fmla="*/ 5050 h 3529299"/>
              <a:gd name="connsiteX1" fmla="*/ 1686214 w 1718800"/>
              <a:gd name="connsiteY1" fmla="*/ 0 h 3529299"/>
              <a:gd name="connsiteX2" fmla="*/ 1718800 w 1718800"/>
              <a:gd name="connsiteY2" fmla="*/ 2860385 h 3529299"/>
              <a:gd name="connsiteX3" fmla="*/ 561457 w 1718800"/>
              <a:gd name="connsiteY3" fmla="*/ 3529299 h 3529299"/>
              <a:gd name="connsiteX0" fmla="*/ 0 w 1718800"/>
              <a:gd name="connsiteY0" fmla="*/ 5050 h 3529299"/>
              <a:gd name="connsiteX1" fmla="*/ 1686214 w 1718800"/>
              <a:gd name="connsiteY1" fmla="*/ 0 h 3529299"/>
              <a:gd name="connsiteX2" fmla="*/ 1718800 w 1718800"/>
              <a:gd name="connsiteY2" fmla="*/ 2860385 h 3529299"/>
              <a:gd name="connsiteX3" fmla="*/ 1158934 w 1718800"/>
              <a:gd name="connsiteY3" fmla="*/ 3187872 h 3529299"/>
              <a:gd name="connsiteX4" fmla="*/ 561457 w 1718800"/>
              <a:gd name="connsiteY4" fmla="*/ 3529299 h 3529299"/>
              <a:gd name="connsiteX0" fmla="*/ 0 w 1718800"/>
              <a:gd name="connsiteY0" fmla="*/ 5050 h 3529299"/>
              <a:gd name="connsiteX1" fmla="*/ 1686214 w 1718800"/>
              <a:gd name="connsiteY1" fmla="*/ 0 h 3529299"/>
              <a:gd name="connsiteX2" fmla="*/ 1718800 w 1718800"/>
              <a:gd name="connsiteY2" fmla="*/ 2860385 h 3529299"/>
              <a:gd name="connsiteX3" fmla="*/ 558859 w 1718800"/>
              <a:gd name="connsiteY3" fmla="*/ 2878310 h 3529299"/>
              <a:gd name="connsiteX4" fmla="*/ 561457 w 1718800"/>
              <a:gd name="connsiteY4" fmla="*/ 3529299 h 3529299"/>
              <a:gd name="connsiteX0" fmla="*/ 26928 w 1745728"/>
              <a:gd name="connsiteY0" fmla="*/ 5050 h 3529299"/>
              <a:gd name="connsiteX1" fmla="*/ 1713142 w 1745728"/>
              <a:gd name="connsiteY1" fmla="*/ 0 h 3529299"/>
              <a:gd name="connsiteX2" fmla="*/ 1745728 w 1745728"/>
              <a:gd name="connsiteY2" fmla="*/ 2860385 h 3529299"/>
              <a:gd name="connsiteX3" fmla="*/ 0 w 1745728"/>
              <a:gd name="connsiteY3" fmla="*/ 3521248 h 3529299"/>
              <a:gd name="connsiteX4" fmla="*/ 588385 w 1745728"/>
              <a:gd name="connsiteY4" fmla="*/ 3529299 h 3529299"/>
              <a:gd name="connsiteX0" fmla="*/ 33850 w 1720114"/>
              <a:gd name="connsiteY0" fmla="*/ 5050 h 3529299"/>
              <a:gd name="connsiteX1" fmla="*/ 1720064 w 1720114"/>
              <a:gd name="connsiteY1" fmla="*/ 0 h 3529299"/>
              <a:gd name="connsiteX2" fmla="*/ 50 w 1720114"/>
              <a:gd name="connsiteY2" fmla="*/ 2503197 h 3529299"/>
              <a:gd name="connsiteX3" fmla="*/ 6922 w 1720114"/>
              <a:gd name="connsiteY3" fmla="*/ 3521248 h 3529299"/>
              <a:gd name="connsiteX4" fmla="*/ 595307 w 1720114"/>
              <a:gd name="connsiteY4" fmla="*/ 3529299 h 3529299"/>
              <a:gd name="connsiteX0" fmla="*/ 33850 w 1710589"/>
              <a:gd name="connsiteY0" fmla="*/ 0 h 3524249"/>
              <a:gd name="connsiteX1" fmla="*/ 1710539 w 1710589"/>
              <a:gd name="connsiteY1" fmla="*/ 2519075 h 3524249"/>
              <a:gd name="connsiteX2" fmla="*/ 50 w 1710589"/>
              <a:gd name="connsiteY2" fmla="*/ 2498147 h 3524249"/>
              <a:gd name="connsiteX3" fmla="*/ 6922 w 1710589"/>
              <a:gd name="connsiteY3" fmla="*/ 3516198 h 3524249"/>
              <a:gd name="connsiteX4" fmla="*/ 595307 w 1710589"/>
              <a:gd name="connsiteY4" fmla="*/ 3524249 h 3524249"/>
              <a:gd name="connsiteX0" fmla="*/ 33800 w 1710566"/>
              <a:gd name="connsiteY0" fmla="*/ 0 h 3524249"/>
              <a:gd name="connsiteX1" fmla="*/ 1710489 w 1710566"/>
              <a:gd name="connsiteY1" fmla="*/ 2519075 h 3524249"/>
              <a:gd name="connsiteX2" fmla="*/ 0 w 1710566"/>
              <a:gd name="connsiteY2" fmla="*/ 2498147 h 3524249"/>
              <a:gd name="connsiteX3" fmla="*/ 6872 w 1710566"/>
              <a:gd name="connsiteY3" fmla="*/ 3516198 h 3524249"/>
              <a:gd name="connsiteX4" fmla="*/ 595257 w 1710566"/>
              <a:gd name="connsiteY4" fmla="*/ 3524249 h 3524249"/>
              <a:gd name="connsiteX0" fmla="*/ 33800 w 1710489"/>
              <a:gd name="connsiteY0" fmla="*/ 0 h 3524249"/>
              <a:gd name="connsiteX1" fmla="*/ 1710489 w 1710489"/>
              <a:gd name="connsiteY1" fmla="*/ 2519075 h 3524249"/>
              <a:gd name="connsiteX2" fmla="*/ 0 w 1710489"/>
              <a:gd name="connsiteY2" fmla="*/ 2498147 h 3524249"/>
              <a:gd name="connsiteX3" fmla="*/ 6872 w 1710489"/>
              <a:gd name="connsiteY3" fmla="*/ 3516198 h 3524249"/>
              <a:gd name="connsiteX4" fmla="*/ 595257 w 1710489"/>
              <a:gd name="connsiteY4" fmla="*/ 3524249 h 3524249"/>
              <a:gd name="connsiteX0" fmla="*/ 33800 w 596064"/>
              <a:gd name="connsiteY0" fmla="*/ 0 h 3524249"/>
              <a:gd name="connsiteX1" fmla="*/ 596064 w 596064"/>
              <a:gd name="connsiteY1" fmla="*/ 2504787 h 3524249"/>
              <a:gd name="connsiteX2" fmla="*/ 0 w 596064"/>
              <a:gd name="connsiteY2" fmla="*/ 2498147 h 3524249"/>
              <a:gd name="connsiteX3" fmla="*/ 6872 w 596064"/>
              <a:gd name="connsiteY3" fmla="*/ 3516198 h 3524249"/>
              <a:gd name="connsiteX4" fmla="*/ 595257 w 596064"/>
              <a:gd name="connsiteY4" fmla="*/ 3524249 h 3524249"/>
              <a:gd name="connsiteX0" fmla="*/ 596064 w 596064"/>
              <a:gd name="connsiteY0" fmla="*/ 6640 h 1026102"/>
              <a:gd name="connsiteX1" fmla="*/ 0 w 596064"/>
              <a:gd name="connsiteY1" fmla="*/ 0 h 1026102"/>
              <a:gd name="connsiteX2" fmla="*/ 6872 w 596064"/>
              <a:gd name="connsiteY2" fmla="*/ 1018051 h 1026102"/>
              <a:gd name="connsiteX3" fmla="*/ 595257 w 596064"/>
              <a:gd name="connsiteY3" fmla="*/ 1026102 h 1026102"/>
              <a:gd name="connsiteX0" fmla="*/ 629401 w 629401"/>
              <a:gd name="connsiteY0" fmla="*/ 530515 h 1549977"/>
              <a:gd name="connsiteX1" fmla="*/ 0 w 629401"/>
              <a:gd name="connsiteY1" fmla="*/ 0 h 1549977"/>
              <a:gd name="connsiteX2" fmla="*/ 40209 w 629401"/>
              <a:gd name="connsiteY2" fmla="*/ 1541926 h 1549977"/>
              <a:gd name="connsiteX3" fmla="*/ 628594 w 629401"/>
              <a:gd name="connsiteY3" fmla="*/ 1549977 h 1549977"/>
              <a:gd name="connsiteX0" fmla="*/ 629401 w 629401"/>
              <a:gd name="connsiteY0" fmla="*/ 530515 h 1549977"/>
              <a:gd name="connsiteX1" fmla="*/ 0 w 629401"/>
              <a:gd name="connsiteY1" fmla="*/ 0 h 1549977"/>
              <a:gd name="connsiteX2" fmla="*/ 40209 w 629401"/>
              <a:gd name="connsiteY2" fmla="*/ 1541926 h 1549977"/>
              <a:gd name="connsiteX3" fmla="*/ 628594 w 629401"/>
              <a:gd name="connsiteY3" fmla="*/ 1549977 h 1549977"/>
              <a:gd name="connsiteX0" fmla="*/ 629401 w 629401"/>
              <a:gd name="connsiteY0" fmla="*/ 0 h 1557625"/>
              <a:gd name="connsiteX1" fmla="*/ 0 w 629401"/>
              <a:gd name="connsiteY1" fmla="*/ 7648 h 1557625"/>
              <a:gd name="connsiteX2" fmla="*/ 40209 w 629401"/>
              <a:gd name="connsiteY2" fmla="*/ 1549574 h 1557625"/>
              <a:gd name="connsiteX3" fmla="*/ 628594 w 629401"/>
              <a:gd name="connsiteY3" fmla="*/ 1557625 h 155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9401" h="1557625">
                <a:moveTo>
                  <a:pt x="629401" y="0"/>
                </a:moveTo>
                <a:cubicBezTo>
                  <a:pt x="87813" y="962"/>
                  <a:pt x="584451" y="25735"/>
                  <a:pt x="0" y="7648"/>
                </a:cubicBezTo>
                <a:cubicBezTo>
                  <a:pt x="2291" y="346998"/>
                  <a:pt x="37918" y="1210224"/>
                  <a:pt x="40209" y="1549574"/>
                </a:cubicBezTo>
                <a:lnTo>
                  <a:pt x="628594" y="1557625"/>
                </a:lnTo>
              </a:path>
            </a:pathLst>
          </a:cu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308B4C6-ABB1-4507-D6D2-EB8F75F1BDE9}"/>
              </a:ext>
            </a:extLst>
          </p:cNvPr>
          <p:cNvSpPr/>
          <p:nvPr/>
        </p:nvSpPr>
        <p:spPr>
          <a:xfrm>
            <a:off x="3302361" y="469025"/>
            <a:ext cx="1126547" cy="1278112"/>
          </a:xfrm>
          <a:custGeom>
            <a:avLst/>
            <a:gdLst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0678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9822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35200 w 10241280"/>
              <a:gd name="connsiteY3" fmla="*/ 446901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9106594 w 10241280"/>
              <a:gd name="connsiteY8" fmla="*/ 4788130 h 5370022"/>
              <a:gd name="connsiteX9" fmla="*/ 10241280 w 10241280"/>
              <a:gd name="connsiteY9" fmla="*/ 4796444 h 5370022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06594 w 10241280"/>
              <a:gd name="connsiteY8" fmla="*/ 4788130 h 5764875"/>
              <a:gd name="connsiteX9" fmla="*/ 10241280 w 10241280"/>
              <a:gd name="connsiteY9" fmla="*/ 4796444 h 5764875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31533 w 10241280"/>
              <a:gd name="connsiteY8" fmla="*/ 5124796 h 5764875"/>
              <a:gd name="connsiteX9" fmla="*/ 10241280 w 10241280"/>
              <a:gd name="connsiteY9" fmla="*/ 4796444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4110644 w 10245437"/>
              <a:gd name="connsiteY6" fmla="*/ 5370022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4585768 w 10245437"/>
              <a:gd name="connsiteY5" fmla="*/ 5132502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585768 w 10245437"/>
              <a:gd name="connsiteY5" fmla="*/ 5132502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852468 w 10245437"/>
              <a:gd name="connsiteY5" fmla="*/ 5137264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52468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34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07721 w 10245437"/>
              <a:gd name="connsiteY8" fmla="*/ 5100983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8196 w 10245437"/>
              <a:gd name="connsiteY8" fmla="*/ 5124796 h 5789901"/>
              <a:gd name="connsiteX9" fmla="*/ 10245437 w 10245437"/>
              <a:gd name="connsiteY9" fmla="*/ 5108171 h 5789901"/>
              <a:gd name="connsiteX0" fmla="*/ 1183525 w 10245437"/>
              <a:gd name="connsiteY0" fmla="*/ 4494241 h 4494241"/>
              <a:gd name="connsiteX1" fmla="*/ 20782 w 10245437"/>
              <a:gd name="connsiteY1" fmla="*/ 0 h 4494241"/>
              <a:gd name="connsiteX2" fmla="*/ 0 w 10245437"/>
              <a:gd name="connsiteY2" fmla="*/ 2535381 h 4494241"/>
              <a:gd name="connsiteX3" fmla="*/ 1133764 w 10245437"/>
              <a:gd name="connsiteY3" fmla="*/ 2544619 h 4494241"/>
              <a:gd name="connsiteX4" fmla="*/ 1142538 w 10245437"/>
              <a:gd name="connsiteY4" fmla="*/ 3214254 h 4494241"/>
              <a:gd name="connsiteX5" fmla="*/ 4876281 w 10245437"/>
              <a:gd name="connsiteY5" fmla="*/ 3221180 h 4494241"/>
              <a:gd name="connsiteX6" fmla="*/ 4873337 w 10245437"/>
              <a:gd name="connsiteY6" fmla="*/ 3873817 h 4494241"/>
              <a:gd name="connsiteX7" fmla="*/ 9089968 w 10245437"/>
              <a:gd name="connsiteY7" fmla="*/ 3848791 h 4494241"/>
              <a:gd name="connsiteX8" fmla="*/ 9098196 w 10245437"/>
              <a:gd name="connsiteY8" fmla="*/ 3208712 h 4494241"/>
              <a:gd name="connsiteX9" fmla="*/ 10245437 w 10245437"/>
              <a:gd name="connsiteY9" fmla="*/ 3192087 h 4494241"/>
              <a:gd name="connsiteX0" fmla="*/ 1183525 w 10245437"/>
              <a:gd name="connsiteY0" fmla="*/ 3527454 h 3527454"/>
              <a:gd name="connsiteX1" fmla="*/ 1168544 w 10245437"/>
              <a:gd name="connsiteY1" fmla="*/ 0 h 3527454"/>
              <a:gd name="connsiteX2" fmla="*/ 0 w 10245437"/>
              <a:gd name="connsiteY2" fmla="*/ 1568594 h 3527454"/>
              <a:gd name="connsiteX3" fmla="*/ 1133764 w 10245437"/>
              <a:gd name="connsiteY3" fmla="*/ 1577832 h 3527454"/>
              <a:gd name="connsiteX4" fmla="*/ 1142538 w 10245437"/>
              <a:gd name="connsiteY4" fmla="*/ 2247467 h 3527454"/>
              <a:gd name="connsiteX5" fmla="*/ 4876281 w 10245437"/>
              <a:gd name="connsiteY5" fmla="*/ 2254393 h 3527454"/>
              <a:gd name="connsiteX6" fmla="*/ 4873337 w 10245437"/>
              <a:gd name="connsiteY6" fmla="*/ 2907030 h 3527454"/>
              <a:gd name="connsiteX7" fmla="*/ 9089968 w 10245437"/>
              <a:gd name="connsiteY7" fmla="*/ 2882004 h 3527454"/>
              <a:gd name="connsiteX8" fmla="*/ 9098196 w 10245437"/>
              <a:gd name="connsiteY8" fmla="*/ 2241925 h 3527454"/>
              <a:gd name="connsiteX9" fmla="*/ 10245437 w 10245437"/>
              <a:gd name="connsiteY9" fmla="*/ 2225300 h 3527454"/>
              <a:gd name="connsiteX0" fmla="*/ 1712162 w 10774074"/>
              <a:gd name="connsiteY0" fmla="*/ 3527454 h 3527454"/>
              <a:gd name="connsiteX1" fmla="*/ 1697181 w 10774074"/>
              <a:gd name="connsiteY1" fmla="*/ 0 h 3527454"/>
              <a:gd name="connsiteX2" fmla="*/ 0 w 10774074"/>
              <a:gd name="connsiteY2" fmla="*/ 6494 h 3527454"/>
              <a:gd name="connsiteX3" fmla="*/ 1662401 w 10774074"/>
              <a:gd name="connsiteY3" fmla="*/ 1577832 h 3527454"/>
              <a:gd name="connsiteX4" fmla="*/ 1671175 w 10774074"/>
              <a:gd name="connsiteY4" fmla="*/ 2247467 h 3527454"/>
              <a:gd name="connsiteX5" fmla="*/ 5404918 w 10774074"/>
              <a:gd name="connsiteY5" fmla="*/ 2254393 h 3527454"/>
              <a:gd name="connsiteX6" fmla="*/ 5401974 w 10774074"/>
              <a:gd name="connsiteY6" fmla="*/ 2907030 h 3527454"/>
              <a:gd name="connsiteX7" fmla="*/ 9618605 w 10774074"/>
              <a:gd name="connsiteY7" fmla="*/ 2882004 h 3527454"/>
              <a:gd name="connsiteX8" fmla="*/ 9626833 w 10774074"/>
              <a:gd name="connsiteY8" fmla="*/ 2241925 h 3527454"/>
              <a:gd name="connsiteX9" fmla="*/ 10774074 w 10774074"/>
              <a:gd name="connsiteY9" fmla="*/ 2225300 h 3527454"/>
              <a:gd name="connsiteX0" fmla="*/ 1712162 w 10774074"/>
              <a:gd name="connsiteY0" fmla="*/ 3983209 h 3983209"/>
              <a:gd name="connsiteX1" fmla="*/ 1697181 w 10774074"/>
              <a:gd name="connsiteY1" fmla="*/ 455755 h 3983209"/>
              <a:gd name="connsiteX2" fmla="*/ 0 w 10774074"/>
              <a:gd name="connsiteY2" fmla="*/ 462249 h 3983209"/>
              <a:gd name="connsiteX3" fmla="*/ 14576 w 10774074"/>
              <a:gd name="connsiteY3" fmla="*/ 0 h 3983209"/>
              <a:gd name="connsiteX4" fmla="*/ 1671175 w 10774074"/>
              <a:gd name="connsiteY4" fmla="*/ 2703222 h 3983209"/>
              <a:gd name="connsiteX5" fmla="*/ 5404918 w 10774074"/>
              <a:gd name="connsiteY5" fmla="*/ 2710148 h 3983209"/>
              <a:gd name="connsiteX6" fmla="*/ 5401974 w 10774074"/>
              <a:gd name="connsiteY6" fmla="*/ 3362785 h 3983209"/>
              <a:gd name="connsiteX7" fmla="*/ 9618605 w 10774074"/>
              <a:gd name="connsiteY7" fmla="*/ 3337759 h 3983209"/>
              <a:gd name="connsiteX8" fmla="*/ 9626833 w 10774074"/>
              <a:gd name="connsiteY8" fmla="*/ 2697680 h 3983209"/>
              <a:gd name="connsiteX9" fmla="*/ 10774074 w 10774074"/>
              <a:gd name="connsiteY9" fmla="*/ 2681055 h 3983209"/>
              <a:gd name="connsiteX0" fmla="*/ 1712162 w 10774074"/>
              <a:gd name="connsiteY0" fmla="*/ 3983209 h 3983209"/>
              <a:gd name="connsiteX1" fmla="*/ 1697181 w 10774074"/>
              <a:gd name="connsiteY1" fmla="*/ 455755 h 3983209"/>
              <a:gd name="connsiteX2" fmla="*/ 0 w 10774074"/>
              <a:gd name="connsiteY2" fmla="*/ 462249 h 3983209"/>
              <a:gd name="connsiteX3" fmla="*/ 14576 w 10774074"/>
              <a:gd name="connsiteY3" fmla="*/ 0 h 3983209"/>
              <a:gd name="connsiteX4" fmla="*/ 2228387 w 10774074"/>
              <a:gd name="connsiteY4" fmla="*/ 74322 h 3983209"/>
              <a:gd name="connsiteX5" fmla="*/ 5404918 w 10774074"/>
              <a:gd name="connsiteY5" fmla="*/ 2710148 h 3983209"/>
              <a:gd name="connsiteX6" fmla="*/ 5401974 w 10774074"/>
              <a:gd name="connsiteY6" fmla="*/ 3362785 h 3983209"/>
              <a:gd name="connsiteX7" fmla="*/ 9618605 w 10774074"/>
              <a:gd name="connsiteY7" fmla="*/ 3337759 h 3983209"/>
              <a:gd name="connsiteX8" fmla="*/ 9626833 w 10774074"/>
              <a:gd name="connsiteY8" fmla="*/ 2697680 h 3983209"/>
              <a:gd name="connsiteX9" fmla="*/ 10774074 w 10774074"/>
              <a:gd name="connsiteY9" fmla="*/ 2681055 h 3983209"/>
              <a:gd name="connsiteX0" fmla="*/ 1712162 w 10774074"/>
              <a:gd name="connsiteY0" fmla="*/ 4151775 h 4151775"/>
              <a:gd name="connsiteX1" fmla="*/ 1697181 w 10774074"/>
              <a:gd name="connsiteY1" fmla="*/ 624321 h 4151775"/>
              <a:gd name="connsiteX2" fmla="*/ 0 w 10774074"/>
              <a:gd name="connsiteY2" fmla="*/ 630815 h 4151775"/>
              <a:gd name="connsiteX3" fmla="*/ 14576 w 10774074"/>
              <a:gd name="connsiteY3" fmla="*/ 168566 h 4151775"/>
              <a:gd name="connsiteX4" fmla="*/ 1714037 w 10774074"/>
              <a:gd name="connsiteY4" fmla="*/ 0 h 4151775"/>
              <a:gd name="connsiteX5" fmla="*/ 5404918 w 10774074"/>
              <a:gd name="connsiteY5" fmla="*/ 2878714 h 4151775"/>
              <a:gd name="connsiteX6" fmla="*/ 5401974 w 10774074"/>
              <a:gd name="connsiteY6" fmla="*/ 3531351 h 4151775"/>
              <a:gd name="connsiteX7" fmla="*/ 9618605 w 10774074"/>
              <a:gd name="connsiteY7" fmla="*/ 3506325 h 4151775"/>
              <a:gd name="connsiteX8" fmla="*/ 9626833 w 10774074"/>
              <a:gd name="connsiteY8" fmla="*/ 2866246 h 4151775"/>
              <a:gd name="connsiteX9" fmla="*/ 10774074 w 10774074"/>
              <a:gd name="connsiteY9" fmla="*/ 2849621 h 4151775"/>
              <a:gd name="connsiteX0" fmla="*/ 1712162 w 10774074"/>
              <a:gd name="connsiteY0" fmla="*/ 4187997 h 4187997"/>
              <a:gd name="connsiteX1" fmla="*/ 1697181 w 10774074"/>
              <a:gd name="connsiteY1" fmla="*/ 660543 h 4187997"/>
              <a:gd name="connsiteX2" fmla="*/ 0 w 10774074"/>
              <a:gd name="connsiteY2" fmla="*/ 667037 h 4187997"/>
              <a:gd name="connsiteX3" fmla="*/ 14576 w 10774074"/>
              <a:gd name="connsiteY3" fmla="*/ 0 h 4187997"/>
              <a:gd name="connsiteX4" fmla="*/ 1714037 w 10774074"/>
              <a:gd name="connsiteY4" fmla="*/ 36222 h 4187997"/>
              <a:gd name="connsiteX5" fmla="*/ 5404918 w 10774074"/>
              <a:gd name="connsiteY5" fmla="*/ 2914936 h 4187997"/>
              <a:gd name="connsiteX6" fmla="*/ 5401974 w 10774074"/>
              <a:gd name="connsiteY6" fmla="*/ 3567573 h 4187997"/>
              <a:gd name="connsiteX7" fmla="*/ 9618605 w 10774074"/>
              <a:gd name="connsiteY7" fmla="*/ 3542547 h 4187997"/>
              <a:gd name="connsiteX8" fmla="*/ 9626833 w 10774074"/>
              <a:gd name="connsiteY8" fmla="*/ 2902468 h 4187997"/>
              <a:gd name="connsiteX9" fmla="*/ 10774074 w 10774074"/>
              <a:gd name="connsiteY9" fmla="*/ 2885843 h 4187997"/>
              <a:gd name="connsiteX0" fmla="*/ 1712162 w 10774074"/>
              <a:gd name="connsiteY0" fmla="*/ 4187997 h 4187997"/>
              <a:gd name="connsiteX1" fmla="*/ 1697181 w 10774074"/>
              <a:gd name="connsiteY1" fmla="*/ 660543 h 4187997"/>
              <a:gd name="connsiteX2" fmla="*/ 0 w 10774074"/>
              <a:gd name="connsiteY2" fmla="*/ 667037 h 4187997"/>
              <a:gd name="connsiteX3" fmla="*/ 14576 w 10774074"/>
              <a:gd name="connsiteY3" fmla="*/ 0 h 4187997"/>
              <a:gd name="connsiteX4" fmla="*/ 1952162 w 10774074"/>
              <a:gd name="connsiteY4" fmla="*/ 7647 h 4187997"/>
              <a:gd name="connsiteX5" fmla="*/ 5404918 w 10774074"/>
              <a:gd name="connsiteY5" fmla="*/ 2914936 h 4187997"/>
              <a:gd name="connsiteX6" fmla="*/ 5401974 w 10774074"/>
              <a:gd name="connsiteY6" fmla="*/ 3567573 h 4187997"/>
              <a:gd name="connsiteX7" fmla="*/ 9618605 w 10774074"/>
              <a:gd name="connsiteY7" fmla="*/ 3542547 h 4187997"/>
              <a:gd name="connsiteX8" fmla="*/ 9626833 w 10774074"/>
              <a:gd name="connsiteY8" fmla="*/ 2902468 h 4187997"/>
              <a:gd name="connsiteX9" fmla="*/ 10774074 w 10774074"/>
              <a:gd name="connsiteY9" fmla="*/ 2885843 h 4187997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5401974 w 10774074"/>
              <a:gd name="connsiteY6" fmla="*/ 5753275 h 6373699"/>
              <a:gd name="connsiteX7" fmla="*/ 9618605 w 10774074"/>
              <a:gd name="connsiteY7" fmla="*/ 5728249 h 6373699"/>
              <a:gd name="connsiteX8" fmla="*/ 9626833 w 10774074"/>
              <a:gd name="connsiteY8" fmla="*/ 5088170 h 6373699"/>
              <a:gd name="connsiteX9" fmla="*/ 10774074 w 10774074"/>
              <a:gd name="connsiteY9" fmla="*/ 5071545 h 6373699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9618605 w 10774074"/>
              <a:gd name="connsiteY6" fmla="*/ 5728249 h 6373699"/>
              <a:gd name="connsiteX7" fmla="*/ 9626833 w 10774074"/>
              <a:gd name="connsiteY7" fmla="*/ 5088170 h 6373699"/>
              <a:gd name="connsiteX8" fmla="*/ 10774074 w 10774074"/>
              <a:gd name="connsiteY8" fmla="*/ 5071545 h 6373699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9626833 w 10774074"/>
              <a:gd name="connsiteY6" fmla="*/ 5088170 h 6373699"/>
              <a:gd name="connsiteX7" fmla="*/ 10774074 w 10774074"/>
              <a:gd name="connsiteY7" fmla="*/ 5071545 h 6373699"/>
              <a:gd name="connsiteX0" fmla="*/ 1712162 w 10774074"/>
              <a:gd name="connsiteY0" fmla="*/ 6373699 h 6373699"/>
              <a:gd name="connsiteX1" fmla="*/ 1697181 w 10774074"/>
              <a:gd name="connsiteY1" fmla="*/ 2846245 h 6373699"/>
              <a:gd name="connsiteX2" fmla="*/ 0 w 10774074"/>
              <a:gd name="connsiteY2" fmla="*/ 2852739 h 6373699"/>
              <a:gd name="connsiteX3" fmla="*/ 14576 w 10774074"/>
              <a:gd name="connsiteY3" fmla="*/ 2185702 h 6373699"/>
              <a:gd name="connsiteX4" fmla="*/ 1952162 w 10774074"/>
              <a:gd name="connsiteY4" fmla="*/ 2193349 h 6373699"/>
              <a:gd name="connsiteX5" fmla="*/ 1971156 w 10774074"/>
              <a:gd name="connsiteY5" fmla="*/ 0 h 6373699"/>
              <a:gd name="connsiteX6" fmla="*/ 10774074 w 10774074"/>
              <a:gd name="connsiteY6" fmla="*/ 5071545 h 6373699"/>
              <a:gd name="connsiteX0" fmla="*/ 1712162 w 1971156"/>
              <a:gd name="connsiteY0" fmla="*/ 6373699 h 6373699"/>
              <a:gd name="connsiteX1" fmla="*/ 1697181 w 1971156"/>
              <a:gd name="connsiteY1" fmla="*/ 2846245 h 6373699"/>
              <a:gd name="connsiteX2" fmla="*/ 0 w 1971156"/>
              <a:gd name="connsiteY2" fmla="*/ 2852739 h 6373699"/>
              <a:gd name="connsiteX3" fmla="*/ 14576 w 1971156"/>
              <a:gd name="connsiteY3" fmla="*/ 2185702 h 6373699"/>
              <a:gd name="connsiteX4" fmla="*/ 1952162 w 1971156"/>
              <a:gd name="connsiteY4" fmla="*/ 2193349 h 6373699"/>
              <a:gd name="connsiteX5" fmla="*/ 1971156 w 1971156"/>
              <a:gd name="connsiteY5" fmla="*/ 0 h 6373699"/>
              <a:gd name="connsiteX0" fmla="*/ 1712162 w 2880794"/>
              <a:gd name="connsiteY0" fmla="*/ 6087949 h 6087949"/>
              <a:gd name="connsiteX1" fmla="*/ 1697181 w 2880794"/>
              <a:gd name="connsiteY1" fmla="*/ 2560495 h 6087949"/>
              <a:gd name="connsiteX2" fmla="*/ 0 w 2880794"/>
              <a:gd name="connsiteY2" fmla="*/ 2566989 h 6087949"/>
              <a:gd name="connsiteX3" fmla="*/ 14576 w 2880794"/>
              <a:gd name="connsiteY3" fmla="*/ 1899952 h 6087949"/>
              <a:gd name="connsiteX4" fmla="*/ 1952162 w 2880794"/>
              <a:gd name="connsiteY4" fmla="*/ 1907599 h 6087949"/>
              <a:gd name="connsiteX5" fmla="*/ 2880794 w 2880794"/>
              <a:gd name="connsiteY5" fmla="*/ 0 h 6087949"/>
              <a:gd name="connsiteX0" fmla="*/ 1712162 w 2880794"/>
              <a:gd name="connsiteY0" fmla="*/ 6087949 h 6087949"/>
              <a:gd name="connsiteX1" fmla="*/ 1697181 w 2880794"/>
              <a:gd name="connsiteY1" fmla="*/ 2560495 h 6087949"/>
              <a:gd name="connsiteX2" fmla="*/ 0 w 2880794"/>
              <a:gd name="connsiteY2" fmla="*/ 2566989 h 6087949"/>
              <a:gd name="connsiteX3" fmla="*/ 14576 w 2880794"/>
              <a:gd name="connsiteY3" fmla="*/ 1899952 h 6087949"/>
              <a:gd name="connsiteX4" fmla="*/ 1142537 w 2880794"/>
              <a:gd name="connsiteY4" fmla="*/ 2599 h 6087949"/>
              <a:gd name="connsiteX5" fmla="*/ 2880794 w 2880794"/>
              <a:gd name="connsiteY5" fmla="*/ 0 h 6087949"/>
              <a:gd name="connsiteX0" fmla="*/ 1712162 w 2880794"/>
              <a:gd name="connsiteY0" fmla="*/ 6087949 h 6087949"/>
              <a:gd name="connsiteX1" fmla="*/ 1697181 w 2880794"/>
              <a:gd name="connsiteY1" fmla="*/ 2560495 h 6087949"/>
              <a:gd name="connsiteX2" fmla="*/ 0 w 2880794"/>
              <a:gd name="connsiteY2" fmla="*/ 2566989 h 6087949"/>
              <a:gd name="connsiteX3" fmla="*/ 1152814 w 2880794"/>
              <a:gd name="connsiteY3" fmla="*/ 1914239 h 6087949"/>
              <a:gd name="connsiteX4" fmla="*/ 1142537 w 2880794"/>
              <a:gd name="connsiteY4" fmla="*/ 2599 h 6087949"/>
              <a:gd name="connsiteX5" fmla="*/ 2880794 w 2880794"/>
              <a:gd name="connsiteY5" fmla="*/ 0 h 6087949"/>
              <a:gd name="connsiteX0" fmla="*/ 2245562 w 3414194"/>
              <a:gd name="connsiteY0" fmla="*/ 6087949 h 6087949"/>
              <a:gd name="connsiteX1" fmla="*/ 2230581 w 3414194"/>
              <a:gd name="connsiteY1" fmla="*/ 2560495 h 6087949"/>
              <a:gd name="connsiteX2" fmla="*/ 0 w 3414194"/>
              <a:gd name="connsiteY2" fmla="*/ 1919289 h 6087949"/>
              <a:gd name="connsiteX3" fmla="*/ 1686214 w 3414194"/>
              <a:gd name="connsiteY3" fmla="*/ 1914239 h 6087949"/>
              <a:gd name="connsiteX4" fmla="*/ 1675937 w 3414194"/>
              <a:gd name="connsiteY4" fmla="*/ 2599 h 6087949"/>
              <a:gd name="connsiteX5" fmla="*/ 3414194 w 3414194"/>
              <a:gd name="connsiteY5" fmla="*/ 0 h 6087949"/>
              <a:gd name="connsiteX0" fmla="*/ 2245562 w 3414194"/>
              <a:gd name="connsiteY0" fmla="*/ 6087949 h 6087949"/>
              <a:gd name="connsiteX1" fmla="*/ 0 w 3414194"/>
              <a:gd name="connsiteY1" fmla="*/ 1919289 h 6087949"/>
              <a:gd name="connsiteX2" fmla="*/ 1686214 w 3414194"/>
              <a:gd name="connsiteY2" fmla="*/ 1914239 h 6087949"/>
              <a:gd name="connsiteX3" fmla="*/ 1675937 w 3414194"/>
              <a:gd name="connsiteY3" fmla="*/ 2599 h 6087949"/>
              <a:gd name="connsiteX4" fmla="*/ 3414194 w 3414194"/>
              <a:gd name="connsiteY4" fmla="*/ 0 h 6087949"/>
              <a:gd name="connsiteX0" fmla="*/ 0 w 3414194"/>
              <a:gd name="connsiteY0" fmla="*/ 1919289 h 1919289"/>
              <a:gd name="connsiteX1" fmla="*/ 1686214 w 3414194"/>
              <a:gd name="connsiteY1" fmla="*/ 1914239 h 1919289"/>
              <a:gd name="connsiteX2" fmla="*/ 1675937 w 3414194"/>
              <a:gd name="connsiteY2" fmla="*/ 2599 h 1919289"/>
              <a:gd name="connsiteX3" fmla="*/ 3414194 w 3414194"/>
              <a:gd name="connsiteY3" fmla="*/ 0 h 1919289"/>
              <a:gd name="connsiteX0" fmla="*/ 0 w 3414194"/>
              <a:gd name="connsiteY0" fmla="*/ 1919289 h 4841609"/>
              <a:gd name="connsiteX1" fmla="*/ 1686214 w 3414194"/>
              <a:gd name="connsiteY1" fmla="*/ 1914239 h 4841609"/>
              <a:gd name="connsiteX2" fmla="*/ 1718800 w 3414194"/>
              <a:gd name="connsiteY2" fmla="*/ 4774624 h 4841609"/>
              <a:gd name="connsiteX3" fmla="*/ 3414194 w 3414194"/>
              <a:gd name="connsiteY3" fmla="*/ 0 h 4841609"/>
              <a:gd name="connsiteX0" fmla="*/ 0 w 3414194"/>
              <a:gd name="connsiteY0" fmla="*/ 1919289 h 4870318"/>
              <a:gd name="connsiteX1" fmla="*/ 1686214 w 3414194"/>
              <a:gd name="connsiteY1" fmla="*/ 1914239 h 4870318"/>
              <a:gd name="connsiteX2" fmla="*/ 1718800 w 3414194"/>
              <a:gd name="connsiteY2" fmla="*/ 4774624 h 4870318"/>
              <a:gd name="connsiteX3" fmla="*/ 3414194 w 3414194"/>
              <a:gd name="connsiteY3" fmla="*/ 0 h 4870318"/>
              <a:gd name="connsiteX0" fmla="*/ 0 w 1719117"/>
              <a:gd name="connsiteY0" fmla="*/ 5050 h 2956079"/>
              <a:gd name="connsiteX1" fmla="*/ 1686214 w 1719117"/>
              <a:gd name="connsiteY1" fmla="*/ 0 h 2956079"/>
              <a:gd name="connsiteX2" fmla="*/ 1718800 w 1719117"/>
              <a:gd name="connsiteY2" fmla="*/ 2860385 h 2956079"/>
              <a:gd name="connsiteX3" fmla="*/ 75682 w 1719117"/>
              <a:gd name="connsiteY3" fmla="*/ 2876836 h 2956079"/>
              <a:gd name="connsiteX0" fmla="*/ 0 w 1718800"/>
              <a:gd name="connsiteY0" fmla="*/ 5050 h 2876836"/>
              <a:gd name="connsiteX1" fmla="*/ 1686214 w 1718800"/>
              <a:gd name="connsiteY1" fmla="*/ 0 h 2876836"/>
              <a:gd name="connsiteX2" fmla="*/ 1718800 w 1718800"/>
              <a:gd name="connsiteY2" fmla="*/ 2860385 h 2876836"/>
              <a:gd name="connsiteX3" fmla="*/ 75682 w 1718800"/>
              <a:gd name="connsiteY3" fmla="*/ 2876836 h 2876836"/>
              <a:gd name="connsiteX0" fmla="*/ 0 w 1718800"/>
              <a:gd name="connsiteY0" fmla="*/ 5050 h 2860385"/>
              <a:gd name="connsiteX1" fmla="*/ 1686214 w 1718800"/>
              <a:gd name="connsiteY1" fmla="*/ 0 h 2860385"/>
              <a:gd name="connsiteX2" fmla="*/ 1718800 w 1718800"/>
              <a:gd name="connsiteY2" fmla="*/ 2860385 h 2860385"/>
              <a:gd name="connsiteX3" fmla="*/ 623370 w 1718800"/>
              <a:gd name="connsiteY3" fmla="*/ 2853024 h 2860385"/>
              <a:gd name="connsiteX0" fmla="*/ 0 w 1718800"/>
              <a:gd name="connsiteY0" fmla="*/ 5050 h 2910174"/>
              <a:gd name="connsiteX1" fmla="*/ 1686214 w 1718800"/>
              <a:gd name="connsiteY1" fmla="*/ 0 h 2910174"/>
              <a:gd name="connsiteX2" fmla="*/ 1718800 w 1718800"/>
              <a:gd name="connsiteY2" fmla="*/ 2860385 h 2910174"/>
              <a:gd name="connsiteX3" fmla="*/ 590032 w 1718800"/>
              <a:gd name="connsiteY3" fmla="*/ 2910174 h 2910174"/>
              <a:gd name="connsiteX0" fmla="*/ 0 w 1718800"/>
              <a:gd name="connsiteY0" fmla="*/ 5050 h 2872074"/>
              <a:gd name="connsiteX1" fmla="*/ 1686214 w 1718800"/>
              <a:gd name="connsiteY1" fmla="*/ 0 h 2872074"/>
              <a:gd name="connsiteX2" fmla="*/ 1718800 w 1718800"/>
              <a:gd name="connsiteY2" fmla="*/ 2860385 h 2872074"/>
              <a:gd name="connsiteX3" fmla="*/ 599557 w 1718800"/>
              <a:gd name="connsiteY3" fmla="*/ 2872074 h 2872074"/>
              <a:gd name="connsiteX0" fmla="*/ 0 w 1718800"/>
              <a:gd name="connsiteY0" fmla="*/ 5050 h 3529299"/>
              <a:gd name="connsiteX1" fmla="*/ 1686214 w 1718800"/>
              <a:gd name="connsiteY1" fmla="*/ 0 h 3529299"/>
              <a:gd name="connsiteX2" fmla="*/ 1718800 w 1718800"/>
              <a:gd name="connsiteY2" fmla="*/ 2860385 h 3529299"/>
              <a:gd name="connsiteX3" fmla="*/ 561457 w 1718800"/>
              <a:gd name="connsiteY3" fmla="*/ 3529299 h 3529299"/>
              <a:gd name="connsiteX0" fmla="*/ 0 w 1718800"/>
              <a:gd name="connsiteY0" fmla="*/ 5050 h 3529299"/>
              <a:gd name="connsiteX1" fmla="*/ 1686214 w 1718800"/>
              <a:gd name="connsiteY1" fmla="*/ 0 h 3529299"/>
              <a:gd name="connsiteX2" fmla="*/ 1718800 w 1718800"/>
              <a:gd name="connsiteY2" fmla="*/ 2860385 h 3529299"/>
              <a:gd name="connsiteX3" fmla="*/ 1158934 w 1718800"/>
              <a:gd name="connsiteY3" fmla="*/ 3187872 h 3529299"/>
              <a:gd name="connsiteX4" fmla="*/ 561457 w 1718800"/>
              <a:gd name="connsiteY4" fmla="*/ 3529299 h 3529299"/>
              <a:gd name="connsiteX0" fmla="*/ 0 w 1718800"/>
              <a:gd name="connsiteY0" fmla="*/ 5050 h 3529299"/>
              <a:gd name="connsiteX1" fmla="*/ 1686214 w 1718800"/>
              <a:gd name="connsiteY1" fmla="*/ 0 h 3529299"/>
              <a:gd name="connsiteX2" fmla="*/ 1718800 w 1718800"/>
              <a:gd name="connsiteY2" fmla="*/ 2860385 h 3529299"/>
              <a:gd name="connsiteX3" fmla="*/ 558859 w 1718800"/>
              <a:gd name="connsiteY3" fmla="*/ 2878310 h 3529299"/>
              <a:gd name="connsiteX4" fmla="*/ 561457 w 1718800"/>
              <a:gd name="connsiteY4" fmla="*/ 3529299 h 3529299"/>
              <a:gd name="connsiteX0" fmla="*/ 26928 w 1745728"/>
              <a:gd name="connsiteY0" fmla="*/ 5050 h 3529299"/>
              <a:gd name="connsiteX1" fmla="*/ 1713142 w 1745728"/>
              <a:gd name="connsiteY1" fmla="*/ 0 h 3529299"/>
              <a:gd name="connsiteX2" fmla="*/ 1745728 w 1745728"/>
              <a:gd name="connsiteY2" fmla="*/ 2860385 h 3529299"/>
              <a:gd name="connsiteX3" fmla="*/ 0 w 1745728"/>
              <a:gd name="connsiteY3" fmla="*/ 3521248 h 3529299"/>
              <a:gd name="connsiteX4" fmla="*/ 588385 w 1745728"/>
              <a:gd name="connsiteY4" fmla="*/ 3529299 h 3529299"/>
              <a:gd name="connsiteX0" fmla="*/ 33850 w 1720114"/>
              <a:gd name="connsiteY0" fmla="*/ 5050 h 3529299"/>
              <a:gd name="connsiteX1" fmla="*/ 1720064 w 1720114"/>
              <a:gd name="connsiteY1" fmla="*/ 0 h 3529299"/>
              <a:gd name="connsiteX2" fmla="*/ 50 w 1720114"/>
              <a:gd name="connsiteY2" fmla="*/ 2503197 h 3529299"/>
              <a:gd name="connsiteX3" fmla="*/ 6922 w 1720114"/>
              <a:gd name="connsiteY3" fmla="*/ 3521248 h 3529299"/>
              <a:gd name="connsiteX4" fmla="*/ 595307 w 1720114"/>
              <a:gd name="connsiteY4" fmla="*/ 3529299 h 3529299"/>
              <a:gd name="connsiteX0" fmla="*/ 33850 w 1710589"/>
              <a:gd name="connsiteY0" fmla="*/ 0 h 3524249"/>
              <a:gd name="connsiteX1" fmla="*/ 1710539 w 1710589"/>
              <a:gd name="connsiteY1" fmla="*/ 2519075 h 3524249"/>
              <a:gd name="connsiteX2" fmla="*/ 50 w 1710589"/>
              <a:gd name="connsiteY2" fmla="*/ 2498147 h 3524249"/>
              <a:gd name="connsiteX3" fmla="*/ 6922 w 1710589"/>
              <a:gd name="connsiteY3" fmla="*/ 3516198 h 3524249"/>
              <a:gd name="connsiteX4" fmla="*/ 595307 w 1710589"/>
              <a:gd name="connsiteY4" fmla="*/ 3524249 h 3524249"/>
              <a:gd name="connsiteX0" fmla="*/ 33800 w 1710566"/>
              <a:gd name="connsiteY0" fmla="*/ 0 h 3524249"/>
              <a:gd name="connsiteX1" fmla="*/ 1710489 w 1710566"/>
              <a:gd name="connsiteY1" fmla="*/ 2519075 h 3524249"/>
              <a:gd name="connsiteX2" fmla="*/ 0 w 1710566"/>
              <a:gd name="connsiteY2" fmla="*/ 2498147 h 3524249"/>
              <a:gd name="connsiteX3" fmla="*/ 6872 w 1710566"/>
              <a:gd name="connsiteY3" fmla="*/ 3516198 h 3524249"/>
              <a:gd name="connsiteX4" fmla="*/ 595257 w 1710566"/>
              <a:gd name="connsiteY4" fmla="*/ 3524249 h 3524249"/>
              <a:gd name="connsiteX0" fmla="*/ 33800 w 1710489"/>
              <a:gd name="connsiteY0" fmla="*/ 0 h 3524249"/>
              <a:gd name="connsiteX1" fmla="*/ 1710489 w 1710489"/>
              <a:gd name="connsiteY1" fmla="*/ 2519075 h 3524249"/>
              <a:gd name="connsiteX2" fmla="*/ 0 w 1710489"/>
              <a:gd name="connsiteY2" fmla="*/ 2498147 h 3524249"/>
              <a:gd name="connsiteX3" fmla="*/ 6872 w 1710489"/>
              <a:gd name="connsiteY3" fmla="*/ 3516198 h 3524249"/>
              <a:gd name="connsiteX4" fmla="*/ 595257 w 1710489"/>
              <a:gd name="connsiteY4" fmla="*/ 3524249 h 3524249"/>
              <a:gd name="connsiteX0" fmla="*/ 33800 w 596064"/>
              <a:gd name="connsiteY0" fmla="*/ 0 h 3524249"/>
              <a:gd name="connsiteX1" fmla="*/ 596064 w 596064"/>
              <a:gd name="connsiteY1" fmla="*/ 2504787 h 3524249"/>
              <a:gd name="connsiteX2" fmla="*/ 0 w 596064"/>
              <a:gd name="connsiteY2" fmla="*/ 2498147 h 3524249"/>
              <a:gd name="connsiteX3" fmla="*/ 6872 w 596064"/>
              <a:gd name="connsiteY3" fmla="*/ 3516198 h 3524249"/>
              <a:gd name="connsiteX4" fmla="*/ 595257 w 596064"/>
              <a:gd name="connsiteY4" fmla="*/ 3524249 h 3524249"/>
              <a:gd name="connsiteX0" fmla="*/ 596064 w 596064"/>
              <a:gd name="connsiteY0" fmla="*/ 6640 h 1026102"/>
              <a:gd name="connsiteX1" fmla="*/ 0 w 596064"/>
              <a:gd name="connsiteY1" fmla="*/ 0 h 1026102"/>
              <a:gd name="connsiteX2" fmla="*/ 6872 w 596064"/>
              <a:gd name="connsiteY2" fmla="*/ 1018051 h 1026102"/>
              <a:gd name="connsiteX3" fmla="*/ 595257 w 596064"/>
              <a:gd name="connsiteY3" fmla="*/ 1026102 h 1026102"/>
              <a:gd name="connsiteX0" fmla="*/ 629401 w 629401"/>
              <a:gd name="connsiteY0" fmla="*/ 530515 h 1549977"/>
              <a:gd name="connsiteX1" fmla="*/ 0 w 629401"/>
              <a:gd name="connsiteY1" fmla="*/ 0 h 1549977"/>
              <a:gd name="connsiteX2" fmla="*/ 40209 w 629401"/>
              <a:gd name="connsiteY2" fmla="*/ 1541926 h 1549977"/>
              <a:gd name="connsiteX3" fmla="*/ 628594 w 629401"/>
              <a:gd name="connsiteY3" fmla="*/ 1549977 h 1549977"/>
              <a:gd name="connsiteX0" fmla="*/ 629401 w 629401"/>
              <a:gd name="connsiteY0" fmla="*/ 530515 h 1549977"/>
              <a:gd name="connsiteX1" fmla="*/ 0 w 629401"/>
              <a:gd name="connsiteY1" fmla="*/ 0 h 1549977"/>
              <a:gd name="connsiteX2" fmla="*/ 40209 w 629401"/>
              <a:gd name="connsiteY2" fmla="*/ 1541926 h 1549977"/>
              <a:gd name="connsiteX3" fmla="*/ 628594 w 629401"/>
              <a:gd name="connsiteY3" fmla="*/ 1549977 h 1549977"/>
              <a:gd name="connsiteX0" fmla="*/ 629401 w 629401"/>
              <a:gd name="connsiteY0" fmla="*/ 0 h 1557625"/>
              <a:gd name="connsiteX1" fmla="*/ 0 w 629401"/>
              <a:gd name="connsiteY1" fmla="*/ 7648 h 1557625"/>
              <a:gd name="connsiteX2" fmla="*/ 40209 w 629401"/>
              <a:gd name="connsiteY2" fmla="*/ 1549574 h 1557625"/>
              <a:gd name="connsiteX3" fmla="*/ 628594 w 629401"/>
              <a:gd name="connsiteY3" fmla="*/ 1557625 h 1557625"/>
              <a:gd name="connsiteX0" fmla="*/ 589199 w 766085"/>
              <a:gd name="connsiteY0" fmla="*/ 0 h 1557625"/>
              <a:gd name="connsiteX1" fmla="*/ 593210 w 766085"/>
              <a:gd name="connsiteY1" fmla="*/ 655348 h 1557625"/>
              <a:gd name="connsiteX2" fmla="*/ 7 w 766085"/>
              <a:gd name="connsiteY2" fmla="*/ 1549574 h 1557625"/>
              <a:gd name="connsiteX3" fmla="*/ 588392 w 766085"/>
              <a:gd name="connsiteY3" fmla="*/ 1557625 h 1557625"/>
              <a:gd name="connsiteX0" fmla="*/ 589199 w 593216"/>
              <a:gd name="connsiteY0" fmla="*/ 0 h 1557625"/>
              <a:gd name="connsiteX1" fmla="*/ 593210 w 593216"/>
              <a:gd name="connsiteY1" fmla="*/ 655348 h 1557625"/>
              <a:gd name="connsiteX2" fmla="*/ 7 w 593216"/>
              <a:gd name="connsiteY2" fmla="*/ 1549574 h 1557625"/>
              <a:gd name="connsiteX3" fmla="*/ 588392 w 593216"/>
              <a:gd name="connsiteY3" fmla="*/ 1557625 h 1557625"/>
              <a:gd name="connsiteX0" fmla="*/ 589212 w 593223"/>
              <a:gd name="connsiteY0" fmla="*/ 0 h 1557625"/>
              <a:gd name="connsiteX1" fmla="*/ 593223 w 593223"/>
              <a:gd name="connsiteY1" fmla="*/ 655348 h 1557625"/>
              <a:gd name="connsiteX2" fmla="*/ 20 w 593223"/>
              <a:gd name="connsiteY2" fmla="*/ 1549574 h 1557625"/>
              <a:gd name="connsiteX3" fmla="*/ 588405 w 593223"/>
              <a:gd name="connsiteY3" fmla="*/ 1557625 h 1557625"/>
              <a:gd name="connsiteX0" fmla="*/ 589212 w 593223"/>
              <a:gd name="connsiteY0" fmla="*/ 0 h 1557625"/>
              <a:gd name="connsiteX1" fmla="*/ 593223 w 593223"/>
              <a:gd name="connsiteY1" fmla="*/ 917285 h 1557625"/>
              <a:gd name="connsiteX2" fmla="*/ 20 w 593223"/>
              <a:gd name="connsiteY2" fmla="*/ 1549574 h 1557625"/>
              <a:gd name="connsiteX3" fmla="*/ 588405 w 593223"/>
              <a:gd name="connsiteY3" fmla="*/ 1557625 h 1557625"/>
              <a:gd name="connsiteX0" fmla="*/ 589212 w 593223"/>
              <a:gd name="connsiteY0" fmla="*/ 0 h 1557625"/>
              <a:gd name="connsiteX1" fmla="*/ 593223 w 593223"/>
              <a:gd name="connsiteY1" fmla="*/ 917285 h 1557625"/>
              <a:gd name="connsiteX2" fmla="*/ 20 w 593223"/>
              <a:gd name="connsiteY2" fmla="*/ 1549574 h 1557625"/>
              <a:gd name="connsiteX3" fmla="*/ 588405 w 593223"/>
              <a:gd name="connsiteY3" fmla="*/ 1557625 h 1557625"/>
              <a:gd name="connsiteX0" fmla="*/ 632070 w 636081"/>
              <a:gd name="connsiteY0" fmla="*/ 0 h 1557625"/>
              <a:gd name="connsiteX1" fmla="*/ 636081 w 636081"/>
              <a:gd name="connsiteY1" fmla="*/ 917285 h 1557625"/>
              <a:gd name="connsiteX2" fmla="*/ 16 w 636081"/>
              <a:gd name="connsiteY2" fmla="*/ 1520999 h 1557625"/>
              <a:gd name="connsiteX3" fmla="*/ 631263 w 636081"/>
              <a:gd name="connsiteY3" fmla="*/ 1557625 h 1557625"/>
              <a:gd name="connsiteX0" fmla="*/ 632070 w 1164663"/>
              <a:gd name="connsiteY0" fmla="*/ 0 h 1520999"/>
              <a:gd name="connsiteX1" fmla="*/ 636081 w 1164663"/>
              <a:gd name="connsiteY1" fmla="*/ 917285 h 1520999"/>
              <a:gd name="connsiteX2" fmla="*/ 16 w 1164663"/>
              <a:gd name="connsiteY2" fmla="*/ 1520999 h 1520999"/>
              <a:gd name="connsiteX3" fmla="*/ 1164663 w 1164663"/>
              <a:gd name="connsiteY3" fmla="*/ 1252825 h 1520999"/>
              <a:gd name="connsiteX0" fmla="*/ 593974 w 1126567"/>
              <a:gd name="connsiteY0" fmla="*/ 0 h 1278112"/>
              <a:gd name="connsiteX1" fmla="*/ 597985 w 1126567"/>
              <a:gd name="connsiteY1" fmla="*/ 917285 h 1278112"/>
              <a:gd name="connsiteX2" fmla="*/ 20 w 1126567"/>
              <a:gd name="connsiteY2" fmla="*/ 1278112 h 1278112"/>
              <a:gd name="connsiteX3" fmla="*/ 1126567 w 1126567"/>
              <a:gd name="connsiteY3" fmla="*/ 1252825 h 1278112"/>
              <a:gd name="connsiteX0" fmla="*/ 630709 w 1163302"/>
              <a:gd name="connsiteY0" fmla="*/ 0 h 1278112"/>
              <a:gd name="connsiteX1" fmla="*/ 634720 w 1163302"/>
              <a:gd name="connsiteY1" fmla="*/ 917285 h 1278112"/>
              <a:gd name="connsiteX2" fmla="*/ 306268 w 1163302"/>
              <a:gd name="connsiteY2" fmla="*/ 921625 h 1278112"/>
              <a:gd name="connsiteX3" fmla="*/ 36755 w 1163302"/>
              <a:gd name="connsiteY3" fmla="*/ 1278112 h 1278112"/>
              <a:gd name="connsiteX4" fmla="*/ 1163302 w 1163302"/>
              <a:gd name="connsiteY4" fmla="*/ 1252825 h 1278112"/>
              <a:gd name="connsiteX0" fmla="*/ 673314 w 1205907"/>
              <a:gd name="connsiteY0" fmla="*/ 0 h 1278112"/>
              <a:gd name="connsiteX1" fmla="*/ 677325 w 1205907"/>
              <a:gd name="connsiteY1" fmla="*/ 917285 h 1278112"/>
              <a:gd name="connsiteX2" fmla="*/ 110748 w 1205907"/>
              <a:gd name="connsiteY2" fmla="*/ 945438 h 1278112"/>
              <a:gd name="connsiteX3" fmla="*/ 79360 w 1205907"/>
              <a:gd name="connsiteY3" fmla="*/ 1278112 h 1278112"/>
              <a:gd name="connsiteX4" fmla="*/ 1205907 w 1205907"/>
              <a:gd name="connsiteY4" fmla="*/ 1252825 h 1278112"/>
              <a:gd name="connsiteX0" fmla="*/ 673314 w 1205907"/>
              <a:gd name="connsiteY0" fmla="*/ 0 h 1278112"/>
              <a:gd name="connsiteX1" fmla="*/ 677325 w 1205907"/>
              <a:gd name="connsiteY1" fmla="*/ 917285 h 1278112"/>
              <a:gd name="connsiteX2" fmla="*/ 110748 w 1205907"/>
              <a:gd name="connsiteY2" fmla="*/ 945438 h 1278112"/>
              <a:gd name="connsiteX3" fmla="*/ 79360 w 1205907"/>
              <a:gd name="connsiteY3" fmla="*/ 1278112 h 1278112"/>
              <a:gd name="connsiteX4" fmla="*/ 1205907 w 1205907"/>
              <a:gd name="connsiteY4" fmla="*/ 1252825 h 1278112"/>
              <a:gd name="connsiteX0" fmla="*/ 652810 w 1185403"/>
              <a:gd name="connsiteY0" fmla="*/ 0 h 1278112"/>
              <a:gd name="connsiteX1" fmla="*/ 656821 w 1185403"/>
              <a:gd name="connsiteY1" fmla="*/ 917285 h 1278112"/>
              <a:gd name="connsiteX2" fmla="*/ 90244 w 1185403"/>
              <a:gd name="connsiteY2" fmla="*/ 945438 h 1278112"/>
              <a:gd name="connsiteX3" fmla="*/ 58856 w 1185403"/>
              <a:gd name="connsiteY3" fmla="*/ 1278112 h 1278112"/>
              <a:gd name="connsiteX4" fmla="*/ 1185403 w 1185403"/>
              <a:gd name="connsiteY4" fmla="*/ 1252825 h 1278112"/>
              <a:gd name="connsiteX0" fmla="*/ 652810 w 1185403"/>
              <a:gd name="connsiteY0" fmla="*/ 0 h 1278112"/>
              <a:gd name="connsiteX1" fmla="*/ 656821 w 1185403"/>
              <a:gd name="connsiteY1" fmla="*/ 917285 h 1278112"/>
              <a:gd name="connsiteX2" fmla="*/ 90244 w 1185403"/>
              <a:gd name="connsiteY2" fmla="*/ 945438 h 1278112"/>
              <a:gd name="connsiteX3" fmla="*/ 58856 w 1185403"/>
              <a:gd name="connsiteY3" fmla="*/ 1278112 h 1278112"/>
              <a:gd name="connsiteX4" fmla="*/ 1185403 w 1185403"/>
              <a:gd name="connsiteY4" fmla="*/ 1252825 h 1278112"/>
              <a:gd name="connsiteX0" fmla="*/ 652810 w 1185403"/>
              <a:gd name="connsiteY0" fmla="*/ 0 h 1278112"/>
              <a:gd name="connsiteX1" fmla="*/ 656821 w 1185403"/>
              <a:gd name="connsiteY1" fmla="*/ 917285 h 1278112"/>
              <a:gd name="connsiteX2" fmla="*/ 90244 w 1185403"/>
              <a:gd name="connsiteY2" fmla="*/ 945438 h 1278112"/>
              <a:gd name="connsiteX3" fmla="*/ 58856 w 1185403"/>
              <a:gd name="connsiteY3" fmla="*/ 1278112 h 1278112"/>
              <a:gd name="connsiteX4" fmla="*/ 1185403 w 1185403"/>
              <a:gd name="connsiteY4" fmla="*/ 1252825 h 1278112"/>
              <a:gd name="connsiteX0" fmla="*/ 593954 w 1126547"/>
              <a:gd name="connsiteY0" fmla="*/ 0 h 1278112"/>
              <a:gd name="connsiteX1" fmla="*/ 597965 w 1126547"/>
              <a:gd name="connsiteY1" fmla="*/ 917285 h 1278112"/>
              <a:gd name="connsiteX2" fmla="*/ 31388 w 1126547"/>
              <a:gd name="connsiteY2" fmla="*/ 945438 h 1278112"/>
              <a:gd name="connsiteX3" fmla="*/ 0 w 1126547"/>
              <a:gd name="connsiteY3" fmla="*/ 1278112 h 1278112"/>
              <a:gd name="connsiteX4" fmla="*/ 1126547 w 1126547"/>
              <a:gd name="connsiteY4" fmla="*/ 1252825 h 1278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6547" h="1278112">
                <a:moveTo>
                  <a:pt x="593954" y="0"/>
                </a:moveTo>
                <a:cubicBezTo>
                  <a:pt x="590529" y="424824"/>
                  <a:pt x="601391" y="582947"/>
                  <a:pt x="597965" y="917285"/>
                </a:cubicBezTo>
                <a:cubicBezTo>
                  <a:pt x="381966" y="956589"/>
                  <a:pt x="159624" y="951975"/>
                  <a:pt x="31388" y="945438"/>
                </a:cubicBezTo>
                <a:cubicBezTo>
                  <a:pt x="17452" y="1134164"/>
                  <a:pt x="14324" y="1027649"/>
                  <a:pt x="0" y="1278112"/>
                </a:cubicBezTo>
                <a:lnTo>
                  <a:pt x="1126547" y="1252825"/>
                </a:lnTo>
              </a:path>
            </a:pathLst>
          </a:cu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9C4530-2234-B426-7650-21CE7F3377EA}"/>
              </a:ext>
            </a:extLst>
          </p:cNvPr>
          <p:cNvSpPr/>
          <p:nvPr/>
        </p:nvSpPr>
        <p:spPr>
          <a:xfrm>
            <a:off x="2375476" y="3032308"/>
            <a:ext cx="1104814" cy="130929"/>
          </a:xfrm>
          <a:prstGeom prst="rect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06EDFD-92C8-EC54-666B-15CBDCE52AF2}"/>
              </a:ext>
            </a:extLst>
          </p:cNvPr>
          <p:cNvSpPr/>
          <p:nvPr/>
        </p:nvSpPr>
        <p:spPr>
          <a:xfrm>
            <a:off x="3251255" y="2374680"/>
            <a:ext cx="311108" cy="130929"/>
          </a:xfrm>
          <a:prstGeom prst="rect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B12225-3909-0716-1126-241860E2E15B}"/>
              </a:ext>
            </a:extLst>
          </p:cNvPr>
          <p:cNvSpPr/>
          <p:nvPr/>
        </p:nvSpPr>
        <p:spPr>
          <a:xfrm>
            <a:off x="2694033" y="2650918"/>
            <a:ext cx="311108" cy="130929"/>
          </a:xfrm>
          <a:prstGeom prst="rect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FFFEA2-024C-2759-E4B2-7E96BD1A45E8}"/>
              </a:ext>
            </a:extLst>
          </p:cNvPr>
          <p:cNvSpPr/>
          <p:nvPr/>
        </p:nvSpPr>
        <p:spPr>
          <a:xfrm>
            <a:off x="2760706" y="1612669"/>
            <a:ext cx="311108" cy="130929"/>
          </a:xfrm>
          <a:prstGeom prst="rect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EF5D89A9-4272-BDAF-7594-7370AE672FCC}"/>
              </a:ext>
            </a:extLst>
          </p:cNvPr>
          <p:cNvSpPr/>
          <p:nvPr/>
        </p:nvSpPr>
        <p:spPr>
          <a:xfrm>
            <a:off x="2733676" y="4919662"/>
            <a:ext cx="828675" cy="1271588"/>
          </a:xfrm>
          <a:custGeom>
            <a:avLst/>
            <a:gdLst>
              <a:gd name="connsiteX0" fmla="*/ 38100 w 604837"/>
              <a:gd name="connsiteY0" fmla="*/ 0 h 985838"/>
              <a:gd name="connsiteX1" fmla="*/ 604837 w 604837"/>
              <a:gd name="connsiteY1" fmla="*/ 4763 h 985838"/>
              <a:gd name="connsiteX2" fmla="*/ 604837 w 604837"/>
              <a:gd name="connsiteY2" fmla="*/ 985838 h 985838"/>
              <a:gd name="connsiteX3" fmla="*/ 4762 w 604837"/>
              <a:gd name="connsiteY3" fmla="*/ 966788 h 985838"/>
              <a:gd name="connsiteX4" fmla="*/ 0 w 604837"/>
              <a:gd name="connsiteY4" fmla="*/ 628650 h 985838"/>
              <a:gd name="connsiteX5" fmla="*/ 338137 w 604837"/>
              <a:gd name="connsiteY5" fmla="*/ 642938 h 985838"/>
              <a:gd name="connsiteX6" fmla="*/ 347662 w 604837"/>
              <a:gd name="connsiteY6" fmla="*/ 328613 h 985838"/>
              <a:gd name="connsiteX7" fmla="*/ 33337 w 604837"/>
              <a:gd name="connsiteY7" fmla="*/ 323850 h 985838"/>
              <a:gd name="connsiteX8" fmla="*/ 33337 w 604837"/>
              <a:gd name="connsiteY8" fmla="*/ 323850 h 985838"/>
              <a:gd name="connsiteX9" fmla="*/ 14287 w 604837"/>
              <a:gd name="connsiteY9" fmla="*/ 319088 h 985838"/>
              <a:gd name="connsiteX0" fmla="*/ 38100 w 604837"/>
              <a:gd name="connsiteY0" fmla="*/ 0 h 985838"/>
              <a:gd name="connsiteX1" fmla="*/ 604837 w 604837"/>
              <a:gd name="connsiteY1" fmla="*/ 4763 h 985838"/>
              <a:gd name="connsiteX2" fmla="*/ 604837 w 604837"/>
              <a:gd name="connsiteY2" fmla="*/ 985838 h 985838"/>
              <a:gd name="connsiteX3" fmla="*/ 4762 w 604837"/>
              <a:gd name="connsiteY3" fmla="*/ 966788 h 985838"/>
              <a:gd name="connsiteX4" fmla="*/ 0 w 604837"/>
              <a:gd name="connsiteY4" fmla="*/ 628650 h 985838"/>
              <a:gd name="connsiteX5" fmla="*/ 338137 w 604837"/>
              <a:gd name="connsiteY5" fmla="*/ 642938 h 985838"/>
              <a:gd name="connsiteX6" fmla="*/ 347662 w 604837"/>
              <a:gd name="connsiteY6" fmla="*/ 328613 h 985838"/>
              <a:gd name="connsiteX7" fmla="*/ 33337 w 604837"/>
              <a:gd name="connsiteY7" fmla="*/ 323850 h 985838"/>
              <a:gd name="connsiteX8" fmla="*/ 33337 w 604837"/>
              <a:gd name="connsiteY8" fmla="*/ 323850 h 985838"/>
              <a:gd name="connsiteX9" fmla="*/ 14287 w 604837"/>
              <a:gd name="connsiteY9" fmla="*/ 319088 h 985838"/>
              <a:gd name="connsiteX10" fmla="*/ 38100 w 604837"/>
              <a:gd name="connsiteY10" fmla="*/ 0 h 985838"/>
              <a:gd name="connsiteX0" fmla="*/ 38100 w 852487"/>
              <a:gd name="connsiteY0" fmla="*/ 0 h 985838"/>
              <a:gd name="connsiteX1" fmla="*/ 852487 w 852487"/>
              <a:gd name="connsiteY1" fmla="*/ 28575 h 985838"/>
              <a:gd name="connsiteX2" fmla="*/ 604837 w 852487"/>
              <a:gd name="connsiteY2" fmla="*/ 985838 h 985838"/>
              <a:gd name="connsiteX3" fmla="*/ 4762 w 852487"/>
              <a:gd name="connsiteY3" fmla="*/ 966788 h 985838"/>
              <a:gd name="connsiteX4" fmla="*/ 0 w 852487"/>
              <a:gd name="connsiteY4" fmla="*/ 628650 h 985838"/>
              <a:gd name="connsiteX5" fmla="*/ 338137 w 852487"/>
              <a:gd name="connsiteY5" fmla="*/ 642938 h 985838"/>
              <a:gd name="connsiteX6" fmla="*/ 347662 w 852487"/>
              <a:gd name="connsiteY6" fmla="*/ 328613 h 985838"/>
              <a:gd name="connsiteX7" fmla="*/ 33337 w 852487"/>
              <a:gd name="connsiteY7" fmla="*/ 323850 h 985838"/>
              <a:gd name="connsiteX8" fmla="*/ 33337 w 852487"/>
              <a:gd name="connsiteY8" fmla="*/ 323850 h 985838"/>
              <a:gd name="connsiteX9" fmla="*/ 14287 w 852487"/>
              <a:gd name="connsiteY9" fmla="*/ 319088 h 985838"/>
              <a:gd name="connsiteX10" fmla="*/ 38100 w 852487"/>
              <a:gd name="connsiteY10" fmla="*/ 0 h 985838"/>
              <a:gd name="connsiteX0" fmla="*/ 38100 w 852487"/>
              <a:gd name="connsiteY0" fmla="*/ 0 h 981075"/>
              <a:gd name="connsiteX1" fmla="*/ 852487 w 852487"/>
              <a:gd name="connsiteY1" fmla="*/ 28575 h 981075"/>
              <a:gd name="connsiteX2" fmla="*/ 842962 w 852487"/>
              <a:gd name="connsiteY2" fmla="*/ 981075 h 981075"/>
              <a:gd name="connsiteX3" fmla="*/ 4762 w 852487"/>
              <a:gd name="connsiteY3" fmla="*/ 966788 h 981075"/>
              <a:gd name="connsiteX4" fmla="*/ 0 w 852487"/>
              <a:gd name="connsiteY4" fmla="*/ 628650 h 981075"/>
              <a:gd name="connsiteX5" fmla="*/ 338137 w 852487"/>
              <a:gd name="connsiteY5" fmla="*/ 642938 h 981075"/>
              <a:gd name="connsiteX6" fmla="*/ 347662 w 852487"/>
              <a:gd name="connsiteY6" fmla="*/ 328613 h 981075"/>
              <a:gd name="connsiteX7" fmla="*/ 33337 w 852487"/>
              <a:gd name="connsiteY7" fmla="*/ 323850 h 981075"/>
              <a:gd name="connsiteX8" fmla="*/ 33337 w 852487"/>
              <a:gd name="connsiteY8" fmla="*/ 323850 h 981075"/>
              <a:gd name="connsiteX9" fmla="*/ 14287 w 852487"/>
              <a:gd name="connsiteY9" fmla="*/ 319088 h 981075"/>
              <a:gd name="connsiteX10" fmla="*/ 38100 w 852487"/>
              <a:gd name="connsiteY10" fmla="*/ 0 h 981075"/>
              <a:gd name="connsiteX0" fmla="*/ 38100 w 852487"/>
              <a:gd name="connsiteY0" fmla="*/ 0 h 981075"/>
              <a:gd name="connsiteX1" fmla="*/ 852487 w 852487"/>
              <a:gd name="connsiteY1" fmla="*/ 28575 h 981075"/>
              <a:gd name="connsiteX2" fmla="*/ 842962 w 852487"/>
              <a:gd name="connsiteY2" fmla="*/ 981075 h 981075"/>
              <a:gd name="connsiteX3" fmla="*/ 366712 w 852487"/>
              <a:gd name="connsiteY3" fmla="*/ 962026 h 981075"/>
              <a:gd name="connsiteX4" fmla="*/ 4762 w 852487"/>
              <a:gd name="connsiteY4" fmla="*/ 966788 h 981075"/>
              <a:gd name="connsiteX5" fmla="*/ 0 w 852487"/>
              <a:gd name="connsiteY5" fmla="*/ 628650 h 981075"/>
              <a:gd name="connsiteX6" fmla="*/ 338137 w 852487"/>
              <a:gd name="connsiteY6" fmla="*/ 642938 h 981075"/>
              <a:gd name="connsiteX7" fmla="*/ 347662 w 852487"/>
              <a:gd name="connsiteY7" fmla="*/ 328613 h 981075"/>
              <a:gd name="connsiteX8" fmla="*/ 33337 w 852487"/>
              <a:gd name="connsiteY8" fmla="*/ 323850 h 981075"/>
              <a:gd name="connsiteX9" fmla="*/ 33337 w 852487"/>
              <a:gd name="connsiteY9" fmla="*/ 323850 h 981075"/>
              <a:gd name="connsiteX10" fmla="*/ 14287 w 852487"/>
              <a:gd name="connsiteY10" fmla="*/ 319088 h 981075"/>
              <a:gd name="connsiteX11" fmla="*/ 38100 w 852487"/>
              <a:gd name="connsiteY11" fmla="*/ 0 h 981075"/>
              <a:gd name="connsiteX0" fmla="*/ 38100 w 852487"/>
              <a:gd name="connsiteY0" fmla="*/ 0 h 1266826"/>
              <a:gd name="connsiteX1" fmla="*/ 852487 w 852487"/>
              <a:gd name="connsiteY1" fmla="*/ 28575 h 1266826"/>
              <a:gd name="connsiteX2" fmla="*/ 842962 w 852487"/>
              <a:gd name="connsiteY2" fmla="*/ 981075 h 1266826"/>
              <a:gd name="connsiteX3" fmla="*/ 309562 w 852487"/>
              <a:gd name="connsiteY3" fmla="*/ 1266826 h 1266826"/>
              <a:gd name="connsiteX4" fmla="*/ 4762 w 852487"/>
              <a:gd name="connsiteY4" fmla="*/ 966788 h 1266826"/>
              <a:gd name="connsiteX5" fmla="*/ 0 w 852487"/>
              <a:gd name="connsiteY5" fmla="*/ 628650 h 1266826"/>
              <a:gd name="connsiteX6" fmla="*/ 338137 w 852487"/>
              <a:gd name="connsiteY6" fmla="*/ 642938 h 1266826"/>
              <a:gd name="connsiteX7" fmla="*/ 347662 w 852487"/>
              <a:gd name="connsiteY7" fmla="*/ 328613 h 1266826"/>
              <a:gd name="connsiteX8" fmla="*/ 33337 w 852487"/>
              <a:gd name="connsiteY8" fmla="*/ 323850 h 1266826"/>
              <a:gd name="connsiteX9" fmla="*/ 33337 w 852487"/>
              <a:gd name="connsiteY9" fmla="*/ 323850 h 1266826"/>
              <a:gd name="connsiteX10" fmla="*/ 14287 w 852487"/>
              <a:gd name="connsiteY10" fmla="*/ 319088 h 1266826"/>
              <a:gd name="connsiteX11" fmla="*/ 38100 w 852487"/>
              <a:gd name="connsiteY11" fmla="*/ 0 h 1266826"/>
              <a:gd name="connsiteX0" fmla="*/ 38558 w 852945"/>
              <a:gd name="connsiteY0" fmla="*/ 0 h 1290638"/>
              <a:gd name="connsiteX1" fmla="*/ 852945 w 852945"/>
              <a:gd name="connsiteY1" fmla="*/ 28575 h 1290638"/>
              <a:gd name="connsiteX2" fmla="*/ 843420 w 852945"/>
              <a:gd name="connsiteY2" fmla="*/ 981075 h 1290638"/>
              <a:gd name="connsiteX3" fmla="*/ 310020 w 852945"/>
              <a:gd name="connsiteY3" fmla="*/ 1266826 h 1290638"/>
              <a:gd name="connsiteX4" fmla="*/ 458 w 852945"/>
              <a:gd name="connsiteY4" fmla="*/ 1290638 h 1290638"/>
              <a:gd name="connsiteX5" fmla="*/ 458 w 852945"/>
              <a:gd name="connsiteY5" fmla="*/ 628650 h 1290638"/>
              <a:gd name="connsiteX6" fmla="*/ 338595 w 852945"/>
              <a:gd name="connsiteY6" fmla="*/ 642938 h 1290638"/>
              <a:gd name="connsiteX7" fmla="*/ 348120 w 852945"/>
              <a:gd name="connsiteY7" fmla="*/ 328613 h 1290638"/>
              <a:gd name="connsiteX8" fmla="*/ 33795 w 852945"/>
              <a:gd name="connsiteY8" fmla="*/ 323850 h 1290638"/>
              <a:gd name="connsiteX9" fmla="*/ 33795 w 852945"/>
              <a:gd name="connsiteY9" fmla="*/ 323850 h 1290638"/>
              <a:gd name="connsiteX10" fmla="*/ 14745 w 852945"/>
              <a:gd name="connsiteY10" fmla="*/ 319088 h 1290638"/>
              <a:gd name="connsiteX11" fmla="*/ 38558 w 852945"/>
              <a:gd name="connsiteY11" fmla="*/ 0 h 1290638"/>
              <a:gd name="connsiteX0" fmla="*/ 52388 w 866775"/>
              <a:gd name="connsiteY0" fmla="*/ 0 h 1290638"/>
              <a:gd name="connsiteX1" fmla="*/ 866775 w 866775"/>
              <a:gd name="connsiteY1" fmla="*/ 28575 h 1290638"/>
              <a:gd name="connsiteX2" fmla="*/ 857250 w 866775"/>
              <a:gd name="connsiteY2" fmla="*/ 981075 h 1290638"/>
              <a:gd name="connsiteX3" fmla="*/ 323850 w 866775"/>
              <a:gd name="connsiteY3" fmla="*/ 1266826 h 1290638"/>
              <a:gd name="connsiteX4" fmla="*/ 14288 w 866775"/>
              <a:gd name="connsiteY4" fmla="*/ 1290638 h 1290638"/>
              <a:gd name="connsiteX5" fmla="*/ 0 w 866775"/>
              <a:gd name="connsiteY5" fmla="*/ 1114425 h 1290638"/>
              <a:gd name="connsiteX6" fmla="*/ 352425 w 866775"/>
              <a:gd name="connsiteY6" fmla="*/ 642938 h 1290638"/>
              <a:gd name="connsiteX7" fmla="*/ 361950 w 866775"/>
              <a:gd name="connsiteY7" fmla="*/ 328613 h 1290638"/>
              <a:gd name="connsiteX8" fmla="*/ 47625 w 866775"/>
              <a:gd name="connsiteY8" fmla="*/ 323850 h 1290638"/>
              <a:gd name="connsiteX9" fmla="*/ 47625 w 866775"/>
              <a:gd name="connsiteY9" fmla="*/ 323850 h 1290638"/>
              <a:gd name="connsiteX10" fmla="*/ 28575 w 866775"/>
              <a:gd name="connsiteY10" fmla="*/ 319088 h 1290638"/>
              <a:gd name="connsiteX11" fmla="*/ 52388 w 866775"/>
              <a:gd name="connsiteY11" fmla="*/ 0 h 1290638"/>
              <a:gd name="connsiteX0" fmla="*/ 52388 w 866775"/>
              <a:gd name="connsiteY0" fmla="*/ 0 h 1290638"/>
              <a:gd name="connsiteX1" fmla="*/ 866775 w 866775"/>
              <a:gd name="connsiteY1" fmla="*/ 28575 h 1290638"/>
              <a:gd name="connsiteX2" fmla="*/ 857250 w 866775"/>
              <a:gd name="connsiteY2" fmla="*/ 981075 h 1290638"/>
              <a:gd name="connsiteX3" fmla="*/ 323850 w 866775"/>
              <a:gd name="connsiteY3" fmla="*/ 1266826 h 1290638"/>
              <a:gd name="connsiteX4" fmla="*/ 14288 w 866775"/>
              <a:gd name="connsiteY4" fmla="*/ 1290638 h 1290638"/>
              <a:gd name="connsiteX5" fmla="*/ 0 w 866775"/>
              <a:gd name="connsiteY5" fmla="*/ 1114425 h 1290638"/>
              <a:gd name="connsiteX6" fmla="*/ 314325 w 866775"/>
              <a:gd name="connsiteY6" fmla="*/ 1062038 h 1290638"/>
              <a:gd name="connsiteX7" fmla="*/ 361950 w 866775"/>
              <a:gd name="connsiteY7" fmla="*/ 328613 h 1290638"/>
              <a:gd name="connsiteX8" fmla="*/ 47625 w 866775"/>
              <a:gd name="connsiteY8" fmla="*/ 323850 h 1290638"/>
              <a:gd name="connsiteX9" fmla="*/ 47625 w 866775"/>
              <a:gd name="connsiteY9" fmla="*/ 323850 h 1290638"/>
              <a:gd name="connsiteX10" fmla="*/ 28575 w 866775"/>
              <a:gd name="connsiteY10" fmla="*/ 319088 h 1290638"/>
              <a:gd name="connsiteX11" fmla="*/ 52388 w 866775"/>
              <a:gd name="connsiteY11" fmla="*/ 0 h 1290638"/>
              <a:gd name="connsiteX0" fmla="*/ 52388 w 866775"/>
              <a:gd name="connsiteY0" fmla="*/ 0 h 1328738"/>
              <a:gd name="connsiteX1" fmla="*/ 866775 w 866775"/>
              <a:gd name="connsiteY1" fmla="*/ 28575 h 1328738"/>
              <a:gd name="connsiteX2" fmla="*/ 857250 w 866775"/>
              <a:gd name="connsiteY2" fmla="*/ 981075 h 1328738"/>
              <a:gd name="connsiteX3" fmla="*/ 323850 w 866775"/>
              <a:gd name="connsiteY3" fmla="*/ 1328738 h 1328738"/>
              <a:gd name="connsiteX4" fmla="*/ 14288 w 866775"/>
              <a:gd name="connsiteY4" fmla="*/ 1290638 h 1328738"/>
              <a:gd name="connsiteX5" fmla="*/ 0 w 866775"/>
              <a:gd name="connsiteY5" fmla="*/ 1114425 h 1328738"/>
              <a:gd name="connsiteX6" fmla="*/ 314325 w 866775"/>
              <a:gd name="connsiteY6" fmla="*/ 1062038 h 1328738"/>
              <a:gd name="connsiteX7" fmla="*/ 361950 w 866775"/>
              <a:gd name="connsiteY7" fmla="*/ 328613 h 1328738"/>
              <a:gd name="connsiteX8" fmla="*/ 47625 w 866775"/>
              <a:gd name="connsiteY8" fmla="*/ 323850 h 1328738"/>
              <a:gd name="connsiteX9" fmla="*/ 47625 w 866775"/>
              <a:gd name="connsiteY9" fmla="*/ 323850 h 1328738"/>
              <a:gd name="connsiteX10" fmla="*/ 28575 w 866775"/>
              <a:gd name="connsiteY10" fmla="*/ 319088 h 1328738"/>
              <a:gd name="connsiteX11" fmla="*/ 52388 w 866775"/>
              <a:gd name="connsiteY11" fmla="*/ 0 h 1328738"/>
              <a:gd name="connsiteX0" fmla="*/ 52388 w 866775"/>
              <a:gd name="connsiteY0" fmla="*/ 0 h 1328738"/>
              <a:gd name="connsiteX1" fmla="*/ 866775 w 866775"/>
              <a:gd name="connsiteY1" fmla="*/ 28575 h 1328738"/>
              <a:gd name="connsiteX2" fmla="*/ 857250 w 866775"/>
              <a:gd name="connsiteY2" fmla="*/ 981075 h 1328738"/>
              <a:gd name="connsiteX3" fmla="*/ 323850 w 866775"/>
              <a:gd name="connsiteY3" fmla="*/ 1328738 h 1328738"/>
              <a:gd name="connsiteX4" fmla="*/ 14288 w 866775"/>
              <a:gd name="connsiteY4" fmla="*/ 1290638 h 1328738"/>
              <a:gd name="connsiteX5" fmla="*/ 0 w 866775"/>
              <a:gd name="connsiteY5" fmla="*/ 1114425 h 1328738"/>
              <a:gd name="connsiteX6" fmla="*/ 314325 w 866775"/>
              <a:gd name="connsiteY6" fmla="*/ 1123950 h 1328738"/>
              <a:gd name="connsiteX7" fmla="*/ 361950 w 866775"/>
              <a:gd name="connsiteY7" fmla="*/ 328613 h 1328738"/>
              <a:gd name="connsiteX8" fmla="*/ 47625 w 866775"/>
              <a:gd name="connsiteY8" fmla="*/ 323850 h 1328738"/>
              <a:gd name="connsiteX9" fmla="*/ 47625 w 866775"/>
              <a:gd name="connsiteY9" fmla="*/ 323850 h 1328738"/>
              <a:gd name="connsiteX10" fmla="*/ 28575 w 866775"/>
              <a:gd name="connsiteY10" fmla="*/ 319088 h 1328738"/>
              <a:gd name="connsiteX11" fmla="*/ 52388 w 866775"/>
              <a:gd name="connsiteY11" fmla="*/ 0 h 1328738"/>
              <a:gd name="connsiteX0" fmla="*/ 52388 w 866775"/>
              <a:gd name="connsiteY0" fmla="*/ 0 h 1304925"/>
              <a:gd name="connsiteX1" fmla="*/ 866775 w 866775"/>
              <a:gd name="connsiteY1" fmla="*/ 4762 h 1304925"/>
              <a:gd name="connsiteX2" fmla="*/ 857250 w 866775"/>
              <a:gd name="connsiteY2" fmla="*/ 957262 h 1304925"/>
              <a:gd name="connsiteX3" fmla="*/ 323850 w 866775"/>
              <a:gd name="connsiteY3" fmla="*/ 1304925 h 1304925"/>
              <a:gd name="connsiteX4" fmla="*/ 14288 w 866775"/>
              <a:gd name="connsiteY4" fmla="*/ 1266825 h 1304925"/>
              <a:gd name="connsiteX5" fmla="*/ 0 w 866775"/>
              <a:gd name="connsiteY5" fmla="*/ 1090612 h 1304925"/>
              <a:gd name="connsiteX6" fmla="*/ 314325 w 866775"/>
              <a:gd name="connsiteY6" fmla="*/ 1100137 h 1304925"/>
              <a:gd name="connsiteX7" fmla="*/ 361950 w 866775"/>
              <a:gd name="connsiteY7" fmla="*/ 304800 h 1304925"/>
              <a:gd name="connsiteX8" fmla="*/ 47625 w 866775"/>
              <a:gd name="connsiteY8" fmla="*/ 300037 h 1304925"/>
              <a:gd name="connsiteX9" fmla="*/ 47625 w 866775"/>
              <a:gd name="connsiteY9" fmla="*/ 300037 h 1304925"/>
              <a:gd name="connsiteX10" fmla="*/ 28575 w 866775"/>
              <a:gd name="connsiteY10" fmla="*/ 295275 h 1304925"/>
              <a:gd name="connsiteX11" fmla="*/ 52388 w 866775"/>
              <a:gd name="connsiteY11" fmla="*/ 0 h 1304925"/>
              <a:gd name="connsiteX0" fmla="*/ 52388 w 866775"/>
              <a:gd name="connsiteY0" fmla="*/ 0 h 1304925"/>
              <a:gd name="connsiteX1" fmla="*/ 866775 w 866775"/>
              <a:gd name="connsiteY1" fmla="*/ 4762 h 1304925"/>
              <a:gd name="connsiteX2" fmla="*/ 857250 w 866775"/>
              <a:gd name="connsiteY2" fmla="*/ 957262 h 1304925"/>
              <a:gd name="connsiteX3" fmla="*/ 323850 w 866775"/>
              <a:gd name="connsiteY3" fmla="*/ 1304925 h 1304925"/>
              <a:gd name="connsiteX4" fmla="*/ 14288 w 866775"/>
              <a:gd name="connsiteY4" fmla="*/ 1266825 h 1304925"/>
              <a:gd name="connsiteX5" fmla="*/ 0 w 866775"/>
              <a:gd name="connsiteY5" fmla="*/ 1090612 h 1304925"/>
              <a:gd name="connsiteX6" fmla="*/ 314325 w 866775"/>
              <a:gd name="connsiteY6" fmla="*/ 1100137 h 1304925"/>
              <a:gd name="connsiteX7" fmla="*/ 361950 w 866775"/>
              <a:gd name="connsiteY7" fmla="*/ 304800 h 1304925"/>
              <a:gd name="connsiteX8" fmla="*/ 47625 w 866775"/>
              <a:gd name="connsiteY8" fmla="*/ 300037 h 1304925"/>
              <a:gd name="connsiteX9" fmla="*/ 47625 w 866775"/>
              <a:gd name="connsiteY9" fmla="*/ 300037 h 1304925"/>
              <a:gd name="connsiteX10" fmla="*/ 28575 w 866775"/>
              <a:gd name="connsiteY10" fmla="*/ 200025 h 1304925"/>
              <a:gd name="connsiteX11" fmla="*/ 52388 w 866775"/>
              <a:gd name="connsiteY11" fmla="*/ 0 h 1304925"/>
              <a:gd name="connsiteX0" fmla="*/ 52388 w 866775"/>
              <a:gd name="connsiteY0" fmla="*/ 0 h 1304925"/>
              <a:gd name="connsiteX1" fmla="*/ 866775 w 866775"/>
              <a:gd name="connsiteY1" fmla="*/ 4762 h 1304925"/>
              <a:gd name="connsiteX2" fmla="*/ 857250 w 866775"/>
              <a:gd name="connsiteY2" fmla="*/ 957262 h 1304925"/>
              <a:gd name="connsiteX3" fmla="*/ 323850 w 866775"/>
              <a:gd name="connsiteY3" fmla="*/ 1304925 h 1304925"/>
              <a:gd name="connsiteX4" fmla="*/ 14288 w 866775"/>
              <a:gd name="connsiteY4" fmla="*/ 1266825 h 1304925"/>
              <a:gd name="connsiteX5" fmla="*/ 0 w 866775"/>
              <a:gd name="connsiteY5" fmla="*/ 1090612 h 1304925"/>
              <a:gd name="connsiteX6" fmla="*/ 314325 w 866775"/>
              <a:gd name="connsiteY6" fmla="*/ 1100137 h 1304925"/>
              <a:gd name="connsiteX7" fmla="*/ 566738 w 866775"/>
              <a:gd name="connsiteY7" fmla="*/ 652463 h 1304925"/>
              <a:gd name="connsiteX8" fmla="*/ 47625 w 866775"/>
              <a:gd name="connsiteY8" fmla="*/ 300037 h 1304925"/>
              <a:gd name="connsiteX9" fmla="*/ 47625 w 866775"/>
              <a:gd name="connsiteY9" fmla="*/ 300037 h 1304925"/>
              <a:gd name="connsiteX10" fmla="*/ 28575 w 866775"/>
              <a:gd name="connsiteY10" fmla="*/ 200025 h 1304925"/>
              <a:gd name="connsiteX11" fmla="*/ 52388 w 866775"/>
              <a:gd name="connsiteY11" fmla="*/ 0 h 1304925"/>
              <a:gd name="connsiteX0" fmla="*/ 52388 w 866775"/>
              <a:gd name="connsiteY0" fmla="*/ 0 h 1366837"/>
              <a:gd name="connsiteX1" fmla="*/ 866775 w 866775"/>
              <a:gd name="connsiteY1" fmla="*/ 4762 h 1366837"/>
              <a:gd name="connsiteX2" fmla="*/ 857250 w 866775"/>
              <a:gd name="connsiteY2" fmla="*/ 957262 h 1366837"/>
              <a:gd name="connsiteX3" fmla="*/ 323850 w 866775"/>
              <a:gd name="connsiteY3" fmla="*/ 1304925 h 1366837"/>
              <a:gd name="connsiteX4" fmla="*/ 19050 w 866775"/>
              <a:gd name="connsiteY4" fmla="*/ 1366837 h 1366837"/>
              <a:gd name="connsiteX5" fmla="*/ 0 w 866775"/>
              <a:gd name="connsiteY5" fmla="*/ 1090612 h 1366837"/>
              <a:gd name="connsiteX6" fmla="*/ 314325 w 866775"/>
              <a:gd name="connsiteY6" fmla="*/ 1100137 h 1366837"/>
              <a:gd name="connsiteX7" fmla="*/ 566738 w 866775"/>
              <a:gd name="connsiteY7" fmla="*/ 652463 h 1366837"/>
              <a:gd name="connsiteX8" fmla="*/ 47625 w 866775"/>
              <a:gd name="connsiteY8" fmla="*/ 300037 h 1366837"/>
              <a:gd name="connsiteX9" fmla="*/ 47625 w 866775"/>
              <a:gd name="connsiteY9" fmla="*/ 300037 h 1366837"/>
              <a:gd name="connsiteX10" fmla="*/ 28575 w 866775"/>
              <a:gd name="connsiteY10" fmla="*/ 200025 h 1366837"/>
              <a:gd name="connsiteX11" fmla="*/ 52388 w 866775"/>
              <a:gd name="connsiteY11" fmla="*/ 0 h 1366837"/>
              <a:gd name="connsiteX0" fmla="*/ 52388 w 866775"/>
              <a:gd name="connsiteY0" fmla="*/ 0 h 1381125"/>
              <a:gd name="connsiteX1" fmla="*/ 866775 w 866775"/>
              <a:gd name="connsiteY1" fmla="*/ 4762 h 1381125"/>
              <a:gd name="connsiteX2" fmla="*/ 857250 w 866775"/>
              <a:gd name="connsiteY2" fmla="*/ 957262 h 1381125"/>
              <a:gd name="connsiteX3" fmla="*/ 323850 w 866775"/>
              <a:gd name="connsiteY3" fmla="*/ 1381125 h 1381125"/>
              <a:gd name="connsiteX4" fmla="*/ 19050 w 866775"/>
              <a:gd name="connsiteY4" fmla="*/ 1366837 h 1381125"/>
              <a:gd name="connsiteX5" fmla="*/ 0 w 866775"/>
              <a:gd name="connsiteY5" fmla="*/ 1090612 h 1381125"/>
              <a:gd name="connsiteX6" fmla="*/ 314325 w 866775"/>
              <a:gd name="connsiteY6" fmla="*/ 1100137 h 1381125"/>
              <a:gd name="connsiteX7" fmla="*/ 566738 w 866775"/>
              <a:gd name="connsiteY7" fmla="*/ 652463 h 1381125"/>
              <a:gd name="connsiteX8" fmla="*/ 47625 w 866775"/>
              <a:gd name="connsiteY8" fmla="*/ 300037 h 1381125"/>
              <a:gd name="connsiteX9" fmla="*/ 47625 w 866775"/>
              <a:gd name="connsiteY9" fmla="*/ 300037 h 1381125"/>
              <a:gd name="connsiteX10" fmla="*/ 28575 w 866775"/>
              <a:gd name="connsiteY10" fmla="*/ 200025 h 1381125"/>
              <a:gd name="connsiteX11" fmla="*/ 52388 w 866775"/>
              <a:gd name="connsiteY11" fmla="*/ 0 h 1381125"/>
              <a:gd name="connsiteX0" fmla="*/ 52388 w 866775"/>
              <a:gd name="connsiteY0" fmla="*/ 0 h 1381125"/>
              <a:gd name="connsiteX1" fmla="*/ 866775 w 866775"/>
              <a:gd name="connsiteY1" fmla="*/ 4762 h 1381125"/>
              <a:gd name="connsiteX2" fmla="*/ 857250 w 866775"/>
              <a:gd name="connsiteY2" fmla="*/ 957262 h 1381125"/>
              <a:gd name="connsiteX3" fmla="*/ 323850 w 866775"/>
              <a:gd name="connsiteY3" fmla="*/ 1381125 h 1381125"/>
              <a:gd name="connsiteX4" fmla="*/ 28575 w 866775"/>
              <a:gd name="connsiteY4" fmla="*/ 1243012 h 1381125"/>
              <a:gd name="connsiteX5" fmla="*/ 0 w 866775"/>
              <a:gd name="connsiteY5" fmla="*/ 1090612 h 1381125"/>
              <a:gd name="connsiteX6" fmla="*/ 314325 w 866775"/>
              <a:gd name="connsiteY6" fmla="*/ 1100137 h 1381125"/>
              <a:gd name="connsiteX7" fmla="*/ 566738 w 866775"/>
              <a:gd name="connsiteY7" fmla="*/ 652463 h 1381125"/>
              <a:gd name="connsiteX8" fmla="*/ 47625 w 866775"/>
              <a:gd name="connsiteY8" fmla="*/ 300037 h 1381125"/>
              <a:gd name="connsiteX9" fmla="*/ 47625 w 866775"/>
              <a:gd name="connsiteY9" fmla="*/ 300037 h 1381125"/>
              <a:gd name="connsiteX10" fmla="*/ 28575 w 866775"/>
              <a:gd name="connsiteY10" fmla="*/ 200025 h 1381125"/>
              <a:gd name="connsiteX11" fmla="*/ 52388 w 866775"/>
              <a:gd name="connsiteY11" fmla="*/ 0 h 1381125"/>
              <a:gd name="connsiteX0" fmla="*/ 52388 w 866775"/>
              <a:gd name="connsiteY0" fmla="*/ 0 h 1295400"/>
              <a:gd name="connsiteX1" fmla="*/ 866775 w 866775"/>
              <a:gd name="connsiteY1" fmla="*/ 4762 h 1295400"/>
              <a:gd name="connsiteX2" fmla="*/ 857250 w 866775"/>
              <a:gd name="connsiteY2" fmla="*/ 957262 h 1295400"/>
              <a:gd name="connsiteX3" fmla="*/ 328613 w 866775"/>
              <a:gd name="connsiteY3" fmla="*/ 1295400 h 1295400"/>
              <a:gd name="connsiteX4" fmla="*/ 28575 w 866775"/>
              <a:gd name="connsiteY4" fmla="*/ 1243012 h 1295400"/>
              <a:gd name="connsiteX5" fmla="*/ 0 w 866775"/>
              <a:gd name="connsiteY5" fmla="*/ 1090612 h 1295400"/>
              <a:gd name="connsiteX6" fmla="*/ 314325 w 866775"/>
              <a:gd name="connsiteY6" fmla="*/ 1100137 h 1295400"/>
              <a:gd name="connsiteX7" fmla="*/ 566738 w 866775"/>
              <a:gd name="connsiteY7" fmla="*/ 652463 h 1295400"/>
              <a:gd name="connsiteX8" fmla="*/ 47625 w 866775"/>
              <a:gd name="connsiteY8" fmla="*/ 300037 h 1295400"/>
              <a:gd name="connsiteX9" fmla="*/ 47625 w 866775"/>
              <a:gd name="connsiteY9" fmla="*/ 300037 h 1295400"/>
              <a:gd name="connsiteX10" fmla="*/ 28575 w 866775"/>
              <a:gd name="connsiteY10" fmla="*/ 200025 h 1295400"/>
              <a:gd name="connsiteX11" fmla="*/ 52388 w 866775"/>
              <a:gd name="connsiteY11" fmla="*/ 0 h 1295400"/>
              <a:gd name="connsiteX0" fmla="*/ 23881 w 838268"/>
              <a:gd name="connsiteY0" fmla="*/ 0 h 1295400"/>
              <a:gd name="connsiteX1" fmla="*/ 838268 w 838268"/>
              <a:gd name="connsiteY1" fmla="*/ 4762 h 1295400"/>
              <a:gd name="connsiteX2" fmla="*/ 828743 w 838268"/>
              <a:gd name="connsiteY2" fmla="*/ 957262 h 1295400"/>
              <a:gd name="connsiteX3" fmla="*/ 300106 w 838268"/>
              <a:gd name="connsiteY3" fmla="*/ 1295400 h 1295400"/>
              <a:gd name="connsiteX4" fmla="*/ 68 w 838268"/>
              <a:gd name="connsiteY4" fmla="*/ 1243012 h 1295400"/>
              <a:gd name="connsiteX5" fmla="*/ 23880 w 838268"/>
              <a:gd name="connsiteY5" fmla="*/ 1095375 h 1295400"/>
              <a:gd name="connsiteX6" fmla="*/ 285818 w 838268"/>
              <a:gd name="connsiteY6" fmla="*/ 1100137 h 1295400"/>
              <a:gd name="connsiteX7" fmla="*/ 538231 w 838268"/>
              <a:gd name="connsiteY7" fmla="*/ 652463 h 1295400"/>
              <a:gd name="connsiteX8" fmla="*/ 19118 w 838268"/>
              <a:gd name="connsiteY8" fmla="*/ 300037 h 1295400"/>
              <a:gd name="connsiteX9" fmla="*/ 19118 w 838268"/>
              <a:gd name="connsiteY9" fmla="*/ 300037 h 1295400"/>
              <a:gd name="connsiteX10" fmla="*/ 68 w 838268"/>
              <a:gd name="connsiteY10" fmla="*/ 200025 h 1295400"/>
              <a:gd name="connsiteX11" fmla="*/ 23881 w 838268"/>
              <a:gd name="connsiteY11" fmla="*/ 0 h 1295400"/>
              <a:gd name="connsiteX0" fmla="*/ 23881 w 838268"/>
              <a:gd name="connsiteY0" fmla="*/ 0 h 1243013"/>
              <a:gd name="connsiteX1" fmla="*/ 838268 w 838268"/>
              <a:gd name="connsiteY1" fmla="*/ 4762 h 1243013"/>
              <a:gd name="connsiteX2" fmla="*/ 828743 w 838268"/>
              <a:gd name="connsiteY2" fmla="*/ 957262 h 1243013"/>
              <a:gd name="connsiteX3" fmla="*/ 314394 w 838268"/>
              <a:gd name="connsiteY3" fmla="*/ 1243013 h 1243013"/>
              <a:gd name="connsiteX4" fmla="*/ 68 w 838268"/>
              <a:gd name="connsiteY4" fmla="*/ 1243012 h 1243013"/>
              <a:gd name="connsiteX5" fmla="*/ 23880 w 838268"/>
              <a:gd name="connsiteY5" fmla="*/ 1095375 h 1243013"/>
              <a:gd name="connsiteX6" fmla="*/ 285818 w 838268"/>
              <a:gd name="connsiteY6" fmla="*/ 1100137 h 1243013"/>
              <a:gd name="connsiteX7" fmla="*/ 538231 w 838268"/>
              <a:gd name="connsiteY7" fmla="*/ 652463 h 1243013"/>
              <a:gd name="connsiteX8" fmla="*/ 19118 w 838268"/>
              <a:gd name="connsiteY8" fmla="*/ 300037 h 1243013"/>
              <a:gd name="connsiteX9" fmla="*/ 19118 w 838268"/>
              <a:gd name="connsiteY9" fmla="*/ 300037 h 1243013"/>
              <a:gd name="connsiteX10" fmla="*/ 68 w 838268"/>
              <a:gd name="connsiteY10" fmla="*/ 200025 h 1243013"/>
              <a:gd name="connsiteX11" fmla="*/ 23881 w 838268"/>
              <a:gd name="connsiteY11" fmla="*/ 0 h 1243013"/>
              <a:gd name="connsiteX0" fmla="*/ 23813 w 838200"/>
              <a:gd name="connsiteY0" fmla="*/ 0 h 1243013"/>
              <a:gd name="connsiteX1" fmla="*/ 838200 w 838200"/>
              <a:gd name="connsiteY1" fmla="*/ 4762 h 1243013"/>
              <a:gd name="connsiteX2" fmla="*/ 828675 w 838200"/>
              <a:gd name="connsiteY2" fmla="*/ 957262 h 1243013"/>
              <a:gd name="connsiteX3" fmla="*/ 314326 w 838200"/>
              <a:gd name="connsiteY3" fmla="*/ 1243013 h 1243013"/>
              <a:gd name="connsiteX4" fmla="*/ 14288 w 838200"/>
              <a:gd name="connsiteY4" fmla="*/ 1243012 h 1243013"/>
              <a:gd name="connsiteX5" fmla="*/ 23812 w 838200"/>
              <a:gd name="connsiteY5" fmla="*/ 1095375 h 1243013"/>
              <a:gd name="connsiteX6" fmla="*/ 285750 w 838200"/>
              <a:gd name="connsiteY6" fmla="*/ 1100137 h 1243013"/>
              <a:gd name="connsiteX7" fmla="*/ 538163 w 838200"/>
              <a:gd name="connsiteY7" fmla="*/ 652463 h 1243013"/>
              <a:gd name="connsiteX8" fmla="*/ 19050 w 838200"/>
              <a:gd name="connsiteY8" fmla="*/ 300037 h 1243013"/>
              <a:gd name="connsiteX9" fmla="*/ 19050 w 838200"/>
              <a:gd name="connsiteY9" fmla="*/ 300037 h 1243013"/>
              <a:gd name="connsiteX10" fmla="*/ 0 w 838200"/>
              <a:gd name="connsiteY10" fmla="*/ 200025 h 1243013"/>
              <a:gd name="connsiteX11" fmla="*/ 23813 w 838200"/>
              <a:gd name="connsiteY11" fmla="*/ 0 h 1243013"/>
              <a:gd name="connsiteX0" fmla="*/ 23813 w 838200"/>
              <a:gd name="connsiteY0" fmla="*/ 0 h 1243013"/>
              <a:gd name="connsiteX1" fmla="*/ 838200 w 838200"/>
              <a:gd name="connsiteY1" fmla="*/ 4762 h 1243013"/>
              <a:gd name="connsiteX2" fmla="*/ 828675 w 838200"/>
              <a:gd name="connsiteY2" fmla="*/ 957262 h 1243013"/>
              <a:gd name="connsiteX3" fmla="*/ 314326 w 838200"/>
              <a:gd name="connsiteY3" fmla="*/ 1243013 h 1243013"/>
              <a:gd name="connsiteX4" fmla="*/ 14288 w 838200"/>
              <a:gd name="connsiteY4" fmla="*/ 1243012 h 1243013"/>
              <a:gd name="connsiteX5" fmla="*/ 9525 w 838200"/>
              <a:gd name="connsiteY5" fmla="*/ 1095375 h 1243013"/>
              <a:gd name="connsiteX6" fmla="*/ 285750 w 838200"/>
              <a:gd name="connsiteY6" fmla="*/ 1100137 h 1243013"/>
              <a:gd name="connsiteX7" fmla="*/ 538163 w 838200"/>
              <a:gd name="connsiteY7" fmla="*/ 652463 h 1243013"/>
              <a:gd name="connsiteX8" fmla="*/ 19050 w 838200"/>
              <a:gd name="connsiteY8" fmla="*/ 300037 h 1243013"/>
              <a:gd name="connsiteX9" fmla="*/ 19050 w 838200"/>
              <a:gd name="connsiteY9" fmla="*/ 300037 h 1243013"/>
              <a:gd name="connsiteX10" fmla="*/ 0 w 838200"/>
              <a:gd name="connsiteY10" fmla="*/ 200025 h 1243013"/>
              <a:gd name="connsiteX11" fmla="*/ 23813 w 838200"/>
              <a:gd name="connsiteY11" fmla="*/ 0 h 1243013"/>
              <a:gd name="connsiteX0" fmla="*/ 147638 w 838200"/>
              <a:gd name="connsiteY0" fmla="*/ 0 h 1243013"/>
              <a:gd name="connsiteX1" fmla="*/ 838200 w 838200"/>
              <a:gd name="connsiteY1" fmla="*/ 4762 h 1243013"/>
              <a:gd name="connsiteX2" fmla="*/ 828675 w 838200"/>
              <a:gd name="connsiteY2" fmla="*/ 957262 h 1243013"/>
              <a:gd name="connsiteX3" fmla="*/ 314326 w 838200"/>
              <a:gd name="connsiteY3" fmla="*/ 1243013 h 1243013"/>
              <a:gd name="connsiteX4" fmla="*/ 14288 w 838200"/>
              <a:gd name="connsiteY4" fmla="*/ 1243012 h 1243013"/>
              <a:gd name="connsiteX5" fmla="*/ 9525 w 838200"/>
              <a:gd name="connsiteY5" fmla="*/ 1095375 h 1243013"/>
              <a:gd name="connsiteX6" fmla="*/ 285750 w 838200"/>
              <a:gd name="connsiteY6" fmla="*/ 1100137 h 1243013"/>
              <a:gd name="connsiteX7" fmla="*/ 538163 w 838200"/>
              <a:gd name="connsiteY7" fmla="*/ 652463 h 1243013"/>
              <a:gd name="connsiteX8" fmla="*/ 19050 w 838200"/>
              <a:gd name="connsiteY8" fmla="*/ 300037 h 1243013"/>
              <a:gd name="connsiteX9" fmla="*/ 19050 w 838200"/>
              <a:gd name="connsiteY9" fmla="*/ 300037 h 1243013"/>
              <a:gd name="connsiteX10" fmla="*/ 0 w 838200"/>
              <a:gd name="connsiteY10" fmla="*/ 200025 h 1243013"/>
              <a:gd name="connsiteX11" fmla="*/ 147638 w 838200"/>
              <a:gd name="connsiteY11" fmla="*/ 0 h 1243013"/>
              <a:gd name="connsiteX0" fmla="*/ 138113 w 828675"/>
              <a:gd name="connsiteY0" fmla="*/ 0 h 1243013"/>
              <a:gd name="connsiteX1" fmla="*/ 828675 w 828675"/>
              <a:gd name="connsiteY1" fmla="*/ 4762 h 1243013"/>
              <a:gd name="connsiteX2" fmla="*/ 819150 w 828675"/>
              <a:gd name="connsiteY2" fmla="*/ 957262 h 1243013"/>
              <a:gd name="connsiteX3" fmla="*/ 304801 w 828675"/>
              <a:gd name="connsiteY3" fmla="*/ 1243013 h 1243013"/>
              <a:gd name="connsiteX4" fmla="*/ 4763 w 828675"/>
              <a:gd name="connsiteY4" fmla="*/ 1243012 h 1243013"/>
              <a:gd name="connsiteX5" fmla="*/ 0 w 828675"/>
              <a:gd name="connsiteY5" fmla="*/ 1095375 h 1243013"/>
              <a:gd name="connsiteX6" fmla="*/ 276225 w 828675"/>
              <a:gd name="connsiteY6" fmla="*/ 1100137 h 1243013"/>
              <a:gd name="connsiteX7" fmla="*/ 528638 w 828675"/>
              <a:gd name="connsiteY7" fmla="*/ 652463 h 1243013"/>
              <a:gd name="connsiteX8" fmla="*/ 9525 w 828675"/>
              <a:gd name="connsiteY8" fmla="*/ 300037 h 1243013"/>
              <a:gd name="connsiteX9" fmla="*/ 9525 w 828675"/>
              <a:gd name="connsiteY9" fmla="*/ 300037 h 1243013"/>
              <a:gd name="connsiteX10" fmla="*/ 119062 w 828675"/>
              <a:gd name="connsiteY10" fmla="*/ 166687 h 1243013"/>
              <a:gd name="connsiteX11" fmla="*/ 138113 w 828675"/>
              <a:gd name="connsiteY11" fmla="*/ 0 h 1243013"/>
              <a:gd name="connsiteX0" fmla="*/ 138113 w 828675"/>
              <a:gd name="connsiteY0" fmla="*/ 0 h 1243013"/>
              <a:gd name="connsiteX1" fmla="*/ 828675 w 828675"/>
              <a:gd name="connsiteY1" fmla="*/ 4762 h 1243013"/>
              <a:gd name="connsiteX2" fmla="*/ 819150 w 828675"/>
              <a:gd name="connsiteY2" fmla="*/ 957262 h 1243013"/>
              <a:gd name="connsiteX3" fmla="*/ 304801 w 828675"/>
              <a:gd name="connsiteY3" fmla="*/ 1243013 h 1243013"/>
              <a:gd name="connsiteX4" fmla="*/ 4763 w 828675"/>
              <a:gd name="connsiteY4" fmla="*/ 1243012 h 1243013"/>
              <a:gd name="connsiteX5" fmla="*/ 0 w 828675"/>
              <a:gd name="connsiteY5" fmla="*/ 1095375 h 1243013"/>
              <a:gd name="connsiteX6" fmla="*/ 276225 w 828675"/>
              <a:gd name="connsiteY6" fmla="*/ 1100137 h 1243013"/>
              <a:gd name="connsiteX7" fmla="*/ 528638 w 828675"/>
              <a:gd name="connsiteY7" fmla="*/ 652463 h 1243013"/>
              <a:gd name="connsiteX8" fmla="*/ 9525 w 828675"/>
              <a:gd name="connsiteY8" fmla="*/ 300037 h 1243013"/>
              <a:gd name="connsiteX9" fmla="*/ 290513 w 828675"/>
              <a:gd name="connsiteY9" fmla="*/ 242887 h 1243013"/>
              <a:gd name="connsiteX10" fmla="*/ 119062 w 828675"/>
              <a:gd name="connsiteY10" fmla="*/ 166687 h 1243013"/>
              <a:gd name="connsiteX11" fmla="*/ 138113 w 828675"/>
              <a:gd name="connsiteY11" fmla="*/ 0 h 1243013"/>
              <a:gd name="connsiteX0" fmla="*/ 138113 w 828675"/>
              <a:gd name="connsiteY0" fmla="*/ 0 h 1243013"/>
              <a:gd name="connsiteX1" fmla="*/ 828675 w 828675"/>
              <a:gd name="connsiteY1" fmla="*/ 4762 h 1243013"/>
              <a:gd name="connsiteX2" fmla="*/ 819150 w 828675"/>
              <a:gd name="connsiteY2" fmla="*/ 957262 h 1243013"/>
              <a:gd name="connsiteX3" fmla="*/ 304801 w 828675"/>
              <a:gd name="connsiteY3" fmla="*/ 1243013 h 1243013"/>
              <a:gd name="connsiteX4" fmla="*/ 4763 w 828675"/>
              <a:gd name="connsiteY4" fmla="*/ 1243012 h 1243013"/>
              <a:gd name="connsiteX5" fmla="*/ 0 w 828675"/>
              <a:gd name="connsiteY5" fmla="*/ 1095375 h 1243013"/>
              <a:gd name="connsiteX6" fmla="*/ 276225 w 828675"/>
              <a:gd name="connsiteY6" fmla="*/ 1100137 h 1243013"/>
              <a:gd name="connsiteX7" fmla="*/ 528638 w 828675"/>
              <a:gd name="connsiteY7" fmla="*/ 652463 h 1243013"/>
              <a:gd name="connsiteX8" fmla="*/ 514350 w 828675"/>
              <a:gd name="connsiteY8" fmla="*/ 333374 h 1243013"/>
              <a:gd name="connsiteX9" fmla="*/ 290513 w 828675"/>
              <a:gd name="connsiteY9" fmla="*/ 242887 h 1243013"/>
              <a:gd name="connsiteX10" fmla="*/ 119062 w 828675"/>
              <a:gd name="connsiteY10" fmla="*/ 166687 h 1243013"/>
              <a:gd name="connsiteX11" fmla="*/ 138113 w 828675"/>
              <a:gd name="connsiteY11" fmla="*/ 0 h 1243013"/>
              <a:gd name="connsiteX0" fmla="*/ 138113 w 828675"/>
              <a:gd name="connsiteY0" fmla="*/ 0 h 1243013"/>
              <a:gd name="connsiteX1" fmla="*/ 828675 w 828675"/>
              <a:gd name="connsiteY1" fmla="*/ 4762 h 1243013"/>
              <a:gd name="connsiteX2" fmla="*/ 819150 w 828675"/>
              <a:gd name="connsiteY2" fmla="*/ 957262 h 1243013"/>
              <a:gd name="connsiteX3" fmla="*/ 304801 w 828675"/>
              <a:gd name="connsiteY3" fmla="*/ 1243013 h 1243013"/>
              <a:gd name="connsiteX4" fmla="*/ 4763 w 828675"/>
              <a:gd name="connsiteY4" fmla="*/ 1243012 h 1243013"/>
              <a:gd name="connsiteX5" fmla="*/ 0 w 828675"/>
              <a:gd name="connsiteY5" fmla="*/ 1095375 h 1243013"/>
              <a:gd name="connsiteX6" fmla="*/ 276225 w 828675"/>
              <a:gd name="connsiteY6" fmla="*/ 1100137 h 1243013"/>
              <a:gd name="connsiteX7" fmla="*/ 528638 w 828675"/>
              <a:gd name="connsiteY7" fmla="*/ 652463 h 1243013"/>
              <a:gd name="connsiteX8" fmla="*/ 514350 w 828675"/>
              <a:gd name="connsiteY8" fmla="*/ 333374 h 1243013"/>
              <a:gd name="connsiteX9" fmla="*/ 233363 w 828675"/>
              <a:gd name="connsiteY9" fmla="*/ 276225 h 1243013"/>
              <a:gd name="connsiteX10" fmla="*/ 119062 w 828675"/>
              <a:gd name="connsiteY10" fmla="*/ 166687 h 1243013"/>
              <a:gd name="connsiteX11" fmla="*/ 138113 w 828675"/>
              <a:gd name="connsiteY11" fmla="*/ 0 h 1243013"/>
              <a:gd name="connsiteX0" fmla="*/ 138113 w 828675"/>
              <a:gd name="connsiteY0" fmla="*/ 0 h 1243013"/>
              <a:gd name="connsiteX1" fmla="*/ 828675 w 828675"/>
              <a:gd name="connsiteY1" fmla="*/ 4762 h 1243013"/>
              <a:gd name="connsiteX2" fmla="*/ 819150 w 828675"/>
              <a:gd name="connsiteY2" fmla="*/ 957262 h 1243013"/>
              <a:gd name="connsiteX3" fmla="*/ 304801 w 828675"/>
              <a:gd name="connsiteY3" fmla="*/ 1243013 h 1243013"/>
              <a:gd name="connsiteX4" fmla="*/ 4763 w 828675"/>
              <a:gd name="connsiteY4" fmla="*/ 1243012 h 1243013"/>
              <a:gd name="connsiteX5" fmla="*/ 0 w 828675"/>
              <a:gd name="connsiteY5" fmla="*/ 1095375 h 1243013"/>
              <a:gd name="connsiteX6" fmla="*/ 276225 w 828675"/>
              <a:gd name="connsiteY6" fmla="*/ 1100137 h 1243013"/>
              <a:gd name="connsiteX7" fmla="*/ 528638 w 828675"/>
              <a:gd name="connsiteY7" fmla="*/ 652463 h 1243013"/>
              <a:gd name="connsiteX8" fmla="*/ 514350 w 828675"/>
              <a:gd name="connsiteY8" fmla="*/ 333374 h 1243013"/>
              <a:gd name="connsiteX9" fmla="*/ 119062 w 828675"/>
              <a:gd name="connsiteY9" fmla="*/ 166687 h 1243013"/>
              <a:gd name="connsiteX10" fmla="*/ 138113 w 828675"/>
              <a:gd name="connsiteY10" fmla="*/ 0 h 1243013"/>
              <a:gd name="connsiteX0" fmla="*/ 109538 w 828675"/>
              <a:gd name="connsiteY0" fmla="*/ 0 h 1271588"/>
              <a:gd name="connsiteX1" fmla="*/ 828675 w 828675"/>
              <a:gd name="connsiteY1" fmla="*/ 33337 h 1271588"/>
              <a:gd name="connsiteX2" fmla="*/ 819150 w 828675"/>
              <a:gd name="connsiteY2" fmla="*/ 985837 h 1271588"/>
              <a:gd name="connsiteX3" fmla="*/ 304801 w 828675"/>
              <a:gd name="connsiteY3" fmla="*/ 1271588 h 1271588"/>
              <a:gd name="connsiteX4" fmla="*/ 4763 w 828675"/>
              <a:gd name="connsiteY4" fmla="*/ 1271587 h 1271588"/>
              <a:gd name="connsiteX5" fmla="*/ 0 w 828675"/>
              <a:gd name="connsiteY5" fmla="*/ 1123950 h 1271588"/>
              <a:gd name="connsiteX6" fmla="*/ 276225 w 828675"/>
              <a:gd name="connsiteY6" fmla="*/ 1128712 h 1271588"/>
              <a:gd name="connsiteX7" fmla="*/ 528638 w 828675"/>
              <a:gd name="connsiteY7" fmla="*/ 681038 h 1271588"/>
              <a:gd name="connsiteX8" fmla="*/ 514350 w 828675"/>
              <a:gd name="connsiteY8" fmla="*/ 361949 h 1271588"/>
              <a:gd name="connsiteX9" fmla="*/ 119062 w 828675"/>
              <a:gd name="connsiteY9" fmla="*/ 195262 h 1271588"/>
              <a:gd name="connsiteX10" fmla="*/ 109538 w 828675"/>
              <a:gd name="connsiteY10" fmla="*/ 0 h 1271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28675" h="1271588">
                <a:moveTo>
                  <a:pt x="109538" y="0"/>
                </a:moveTo>
                <a:lnTo>
                  <a:pt x="828675" y="33337"/>
                </a:lnTo>
                <a:lnTo>
                  <a:pt x="819150" y="985837"/>
                </a:lnTo>
                <a:lnTo>
                  <a:pt x="304801" y="1271588"/>
                </a:lnTo>
                <a:lnTo>
                  <a:pt x="4763" y="1271587"/>
                </a:lnTo>
                <a:cubicBezTo>
                  <a:pt x="3176" y="1158874"/>
                  <a:pt x="1587" y="1236663"/>
                  <a:pt x="0" y="1123950"/>
                </a:cubicBezTo>
                <a:lnTo>
                  <a:pt x="276225" y="1128712"/>
                </a:lnTo>
                <a:lnTo>
                  <a:pt x="528638" y="681038"/>
                </a:lnTo>
                <a:lnTo>
                  <a:pt x="514350" y="361949"/>
                </a:lnTo>
                <a:lnTo>
                  <a:pt x="119062" y="195262"/>
                </a:lnTo>
                <a:lnTo>
                  <a:pt x="109538" y="0"/>
                </a:lnTo>
                <a:close/>
              </a:path>
            </a:pathLst>
          </a:cu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E3EA7D-9614-9B44-E135-E00992468FFD}"/>
              </a:ext>
            </a:extLst>
          </p:cNvPr>
          <p:cNvSpPr/>
          <p:nvPr/>
        </p:nvSpPr>
        <p:spPr>
          <a:xfrm>
            <a:off x="2432090" y="5598909"/>
            <a:ext cx="311108" cy="130929"/>
          </a:xfrm>
          <a:prstGeom prst="rect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3403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EF1788-9ED8-E456-EFB8-E45889158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Level1_Screen5</a:t>
            </a:r>
            <a:endParaRPr lang="fr-FR" dirty="0"/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81F4B5B5-D3A3-86FA-225A-BFA364328642}"/>
              </a:ext>
            </a:extLst>
          </p:cNvPr>
          <p:cNvSpPr/>
          <p:nvPr/>
        </p:nvSpPr>
        <p:spPr>
          <a:xfrm>
            <a:off x="462741" y="773085"/>
            <a:ext cx="10798926" cy="5444981"/>
          </a:xfrm>
          <a:custGeom>
            <a:avLst/>
            <a:gdLst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0678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9822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35200 w 10241280"/>
              <a:gd name="connsiteY3" fmla="*/ 446901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9106594 w 10241280"/>
              <a:gd name="connsiteY8" fmla="*/ 4788130 h 5370022"/>
              <a:gd name="connsiteX9" fmla="*/ 10241280 w 10241280"/>
              <a:gd name="connsiteY9" fmla="*/ 4796444 h 5370022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06594 w 10241280"/>
              <a:gd name="connsiteY8" fmla="*/ 4788130 h 5764875"/>
              <a:gd name="connsiteX9" fmla="*/ 10241280 w 10241280"/>
              <a:gd name="connsiteY9" fmla="*/ 4796444 h 5764875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31533 w 10241280"/>
              <a:gd name="connsiteY8" fmla="*/ 5124796 h 5764875"/>
              <a:gd name="connsiteX9" fmla="*/ 10241280 w 10241280"/>
              <a:gd name="connsiteY9" fmla="*/ 4796444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4110644 w 10245437"/>
              <a:gd name="connsiteY6" fmla="*/ 5370022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4585768 w 10245437"/>
              <a:gd name="connsiteY5" fmla="*/ 5132502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585768 w 10245437"/>
              <a:gd name="connsiteY5" fmla="*/ 5132502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852468 w 10245437"/>
              <a:gd name="connsiteY5" fmla="*/ 5137264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52468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34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07721 w 10245437"/>
              <a:gd name="connsiteY8" fmla="*/ 5100983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8196 w 10245437"/>
              <a:gd name="connsiteY8" fmla="*/ 5124796 h 5789901"/>
              <a:gd name="connsiteX9" fmla="*/ 10245437 w 10245437"/>
              <a:gd name="connsiteY9" fmla="*/ 5108171 h 5789901"/>
              <a:gd name="connsiteX0" fmla="*/ 0 w 11328862"/>
              <a:gd name="connsiteY0" fmla="*/ 0 h 5456526"/>
              <a:gd name="connsiteX1" fmla="*/ 1104207 w 11328862"/>
              <a:gd name="connsiteY1" fmla="*/ 1582709 h 5456526"/>
              <a:gd name="connsiteX2" fmla="*/ 1083425 w 11328862"/>
              <a:gd name="connsiteY2" fmla="*/ 4118090 h 5456526"/>
              <a:gd name="connsiteX3" fmla="*/ 2217189 w 11328862"/>
              <a:gd name="connsiteY3" fmla="*/ 4127328 h 5456526"/>
              <a:gd name="connsiteX4" fmla="*/ 2225963 w 11328862"/>
              <a:gd name="connsiteY4" fmla="*/ 4796963 h 5456526"/>
              <a:gd name="connsiteX5" fmla="*/ 5959706 w 11328862"/>
              <a:gd name="connsiteY5" fmla="*/ 4803889 h 5456526"/>
              <a:gd name="connsiteX6" fmla="*/ 5956762 w 11328862"/>
              <a:gd name="connsiteY6" fmla="*/ 5456526 h 5456526"/>
              <a:gd name="connsiteX7" fmla="*/ 10173393 w 11328862"/>
              <a:gd name="connsiteY7" fmla="*/ 5431500 h 5456526"/>
              <a:gd name="connsiteX8" fmla="*/ 10181621 w 11328862"/>
              <a:gd name="connsiteY8" fmla="*/ 4791421 h 5456526"/>
              <a:gd name="connsiteX9" fmla="*/ 11328862 w 11328862"/>
              <a:gd name="connsiteY9" fmla="*/ 4774796 h 5456526"/>
              <a:gd name="connsiteX0" fmla="*/ 0 w 11328862"/>
              <a:gd name="connsiteY0" fmla="*/ 17491 h 5474017"/>
              <a:gd name="connsiteX1" fmla="*/ 10791132 w 11328862"/>
              <a:gd name="connsiteY1" fmla="*/ 0 h 5474017"/>
              <a:gd name="connsiteX2" fmla="*/ 1083425 w 11328862"/>
              <a:gd name="connsiteY2" fmla="*/ 4135581 h 5474017"/>
              <a:gd name="connsiteX3" fmla="*/ 2217189 w 11328862"/>
              <a:gd name="connsiteY3" fmla="*/ 4144819 h 5474017"/>
              <a:gd name="connsiteX4" fmla="*/ 2225963 w 11328862"/>
              <a:gd name="connsiteY4" fmla="*/ 4814454 h 5474017"/>
              <a:gd name="connsiteX5" fmla="*/ 5959706 w 11328862"/>
              <a:gd name="connsiteY5" fmla="*/ 4821380 h 5474017"/>
              <a:gd name="connsiteX6" fmla="*/ 5956762 w 11328862"/>
              <a:gd name="connsiteY6" fmla="*/ 5474017 h 5474017"/>
              <a:gd name="connsiteX7" fmla="*/ 10173393 w 11328862"/>
              <a:gd name="connsiteY7" fmla="*/ 5448991 h 5474017"/>
              <a:gd name="connsiteX8" fmla="*/ 10181621 w 11328862"/>
              <a:gd name="connsiteY8" fmla="*/ 4808912 h 5474017"/>
              <a:gd name="connsiteX9" fmla="*/ 11328862 w 11328862"/>
              <a:gd name="connsiteY9" fmla="*/ 4792287 h 5474017"/>
              <a:gd name="connsiteX0" fmla="*/ 0 w 11328862"/>
              <a:gd name="connsiteY0" fmla="*/ 17491 h 5474017"/>
              <a:gd name="connsiteX1" fmla="*/ 10791132 w 11328862"/>
              <a:gd name="connsiteY1" fmla="*/ 0 h 5474017"/>
              <a:gd name="connsiteX2" fmla="*/ 10813213 w 11328862"/>
              <a:gd name="connsiteY2" fmla="*/ 3525981 h 5474017"/>
              <a:gd name="connsiteX3" fmla="*/ 2217189 w 11328862"/>
              <a:gd name="connsiteY3" fmla="*/ 4144819 h 5474017"/>
              <a:gd name="connsiteX4" fmla="*/ 2225963 w 11328862"/>
              <a:gd name="connsiteY4" fmla="*/ 4814454 h 5474017"/>
              <a:gd name="connsiteX5" fmla="*/ 5959706 w 11328862"/>
              <a:gd name="connsiteY5" fmla="*/ 4821380 h 5474017"/>
              <a:gd name="connsiteX6" fmla="*/ 5956762 w 11328862"/>
              <a:gd name="connsiteY6" fmla="*/ 5474017 h 5474017"/>
              <a:gd name="connsiteX7" fmla="*/ 10173393 w 11328862"/>
              <a:gd name="connsiteY7" fmla="*/ 5448991 h 5474017"/>
              <a:gd name="connsiteX8" fmla="*/ 10181621 w 11328862"/>
              <a:gd name="connsiteY8" fmla="*/ 4808912 h 5474017"/>
              <a:gd name="connsiteX9" fmla="*/ 11328862 w 11328862"/>
              <a:gd name="connsiteY9" fmla="*/ 4792287 h 5474017"/>
              <a:gd name="connsiteX0" fmla="*/ 0 w 11328862"/>
              <a:gd name="connsiteY0" fmla="*/ 17491 h 5474017"/>
              <a:gd name="connsiteX1" fmla="*/ 10791132 w 11328862"/>
              <a:gd name="connsiteY1" fmla="*/ 0 h 5474017"/>
              <a:gd name="connsiteX2" fmla="*/ 10813213 w 11328862"/>
              <a:gd name="connsiteY2" fmla="*/ 3525981 h 5474017"/>
              <a:gd name="connsiteX3" fmla="*/ 7951239 w 11328862"/>
              <a:gd name="connsiteY3" fmla="*/ 3520931 h 5474017"/>
              <a:gd name="connsiteX4" fmla="*/ 2225963 w 11328862"/>
              <a:gd name="connsiteY4" fmla="*/ 4814454 h 5474017"/>
              <a:gd name="connsiteX5" fmla="*/ 5959706 w 11328862"/>
              <a:gd name="connsiteY5" fmla="*/ 4821380 h 5474017"/>
              <a:gd name="connsiteX6" fmla="*/ 5956762 w 11328862"/>
              <a:gd name="connsiteY6" fmla="*/ 5474017 h 5474017"/>
              <a:gd name="connsiteX7" fmla="*/ 10173393 w 11328862"/>
              <a:gd name="connsiteY7" fmla="*/ 5448991 h 5474017"/>
              <a:gd name="connsiteX8" fmla="*/ 10181621 w 11328862"/>
              <a:gd name="connsiteY8" fmla="*/ 4808912 h 5474017"/>
              <a:gd name="connsiteX9" fmla="*/ 11328862 w 11328862"/>
              <a:gd name="connsiteY9" fmla="*/ 4792287 h 5474017"/>
              <a:gd name="connsiteX0" fmla="*/ 0 w 11328862"/>
              <a:gd name="connsiteY0" fmla="*/ 17491 h 5474017"/>
              <a:gd name="connsiteX1" fmla="*/ 10791132 w 11328862"/>
              <a:gd name="connsiteY1" fmla="*/ 0 h 5474017"/>
              <a:gd name="connsiteX2" fmla="*/ 10813213 w 11328862"/>
              <a:gd name="connsiteY2" fmla="*/ 3525981 h 5474017"/>
              <a:gd name="connsiteX3" fmla="*/ 7951239 w 11328862"/>
              <a:gd name="connsiteY3" fmla="*/ 3520931 h 5474017"/>
              <a:gd name="connsiteX4" fmla="*/ 7988588 w 11328862"/>
              <a:gd name="connsiteY4" fmla="*/ 3195204 h 5474017"/>
              <a:gd name="connsiteX5" fmla="*/ 5959706 w 11328862"/>
              <a:gd name="connsiteY5" fmla="*/ 4821380 h 5474017"/>
              <a:gd name="connsiteX6" fmla="*/ 5956762 w 11328862"/>
              <a:gd name="connsiteY6" fmla="*/ 5474017 h 5474017"/>
              <a:gd name="connsiteX7" fmla="*/ 10173393 w 11328862"/>
              <a:gd name="connsiteY7" fmla="*/ 5448991 h 5474017"/>
              <a:gd name="connsiteX8" fmla="*/ 10181621 w 11328862"/>
              <a:gd name="connsiteY8" fmla="*/ 4808912 h 5474017"/>
              <a:gd name="connsiteX9" fmla="*/ 11328862 w 11328862"/>
              <a:gd name="connsiteY9" fmla="*/ 4792287 h 5474017"/>
              <a:gd name="connsiteX0" fmla="*/ 0 w 11328862"/>
              <a:gd name="connsiteY0" fmla="*/ 17491 h 5474017"/>
              <a:gd name="connsiteX1" fmla="*/ 10791132 w 11328862"/>
              <a:gd name="connsiteY1" fmla="*/ 0 h 5474017"/>
              <a:gd name="connsiteX2" fmla="*/ 10813213 w 11328862"/>
              <a:gd name="connsiteY2" fmla="*/ 3525981 h 5474017"/>
              <a:gd name="connsiteX3" fmla="*/ 7951239 w 11328862"/>
              <a:gd name="connsiteY3" fmla="*/ 3520931 h 5474017"/>
              <a:gd name="connsiteX4" fmla="*/ 7988588 w 11328862"/>
              <a:gd name="connsiteY4" fmla="*/ 3195204 h 5474017"/>
              <a:gd name="connsiteX5" fmla="*/ 7412269 w 11328862"/>
              <a:gd name="connsiteY5" fmla="*/ 3202130 h 5474017"/>
              <a:gd name="connsiteX6" fmla="*/ 5956762 w 11328862"/>
              <a:gd name="connsiteY6" fmla="*/ 5474017 h 5474017"/>
              <a:gd name="connsiteX7" fmla="*/ 10173393 w 11328862"/>
              <a:gd name="connsiteY7" fmla="*/ 5448991 h 5474017"/>
              <a:gd name="connsiteX8" fmla="*/ 10181621 w 11328862"/>
              <a:gd name="connsiteY8" fmla="*/ 4808912 h 5474017"/>
              <a:gd name="connsiteX9" fmla="*/ 11328862 w 11328862"/>
              <a:gd name="connsiteY9" fmla="*/ 4792287 h 5474017"/>
              <a:gd name="connsiteX0" fmla="*/ 0 w 11328862"/>
              <a:gd name="connsiteY0" fmla="*/ 17491 h 5448991"/>
              <a:gd name="connsiteX1" fmla="*/ 10791132 w 11328862"/>
              <a:gd name="connsiteY1" fmla="*/ 0 h 5448991"/>
              <a:gd name="connsiteX2" fmla="*/ 10813213 w 11328862"/>
              <a:gd name="connsiteY2" fmla="*/ 3525981 h 5448991"/>
              <a:gd name="connsiteX3" fmla="*/ 7951239 w 11328862"/>
              <a:gd name="connsiteY3" fmla="*/ 3520931 h 5448991"/>
              <a:gd name="connsiteX4" fmla="*/ 7988588 w 11328862"/>
              <a:gd name="connsiteY4" fmla="*/ 3195204 h 5448991"/>
              <a:gd name="connsiteX5" fmla="*/ 7412269 w 11328862"/>
              <a:gd name="connsiteY5" fmla="*/ 3202130 h 5448991"/>
              <a:gd name="connsiteX6" fmla="*/ 10173393 w 11328862"/>
              <a:gd name="connsiteY6" fmla="*/ 5448991 h 5448991"/>
              <a:gd name="connsiteX7" fmla="*/ 10181621 w 11328862"/>
              <a:gd name="connsiteY7" fmla="*/ 4808912 h 5448991"/>
              <a:gd name="connsiteX8" fmla="*/ 11328862 w 11328862"/>
              <a:gd name="connsiteY8" fmla="*/ 4792287 h 5448991"/>
              <a:gd name="connsiteX0" fmla="*/ 0 w 11328862"/>
              <a:gd name="connsiteY0" fmla="*/ 17491 h 5448991"/>
              <a:gd name="connsiteX1" fmla="*/ 10791132 w 11328862"/>
              <a:gd name="connsiteY1" fmla="*/ 0 h 5448991"/>
              <a:gd name="connsiteX2" fmla="*/ 10813213 w 11328862"/>
              <a:gd name="connsiteY2" fmla="*/ 3525981 h 5448991"/>
              <a:gd name="connsiteX3" fmla="*/ 7951239 w 11328862"/>
              <a:gd name="connsiteY3" fmla="*/ 3520931 h 5448991"/>
              <a:gd name="connsiteX4" fmla="*/ 7988588 w 11328862"/>
              <a:gd name="connsiteY4" fmla="*/ 3195204 h 5448991"/>
              <a:gd name="connsiteX5" fmla="*/ 7412269 w 11328862"/>
              <a:gd name="connsiteY5" fmla="*/ 3202130 h 5448991"/>
              <a:gd name="connsiteX6" fmla="*/ 10173393 w 11328862"/>
              <a:gd name="connsiteY6" fmla="*/ 5448991 h 5448991"/>
              <a:gd name="connsiteX7" fmla="*/ 11328862 w 11328862"/>
              <a:gd name="connsiteY7" fmla="*/ 4792287 h 5448991"/>
              <a:gd name="connsiteX0" fmla="*/ 0 w 11328862"/>
              <a:gd name="connsiteY0" fmla="*/ 17491 h 4792287"/>
              <a:gd name="connsiteX1" fmla="*/ 10791132 w 11328862"/>
              <a:gd name="connsiteY1" fmla="*/ 0 h 4792287"/>
              <a:gd name="connsiteX2" fmla="*/ 10813213 w 11328862"/>
              <a:gd name="connsiteY2" fmla="*/ 3525981 h 4792287"/>
              <a:gd name="connsiteX3" fmla="*/ 7951239 w 11328862"/>
              <a:gd name="connsiteY3" fmla="*/ 3520931 h 4792287"/>
              <a:gd name="connsiteX4" fmla="*/ 7988588 w 11328862"/>
              <a:gd name="connsiteY4" fmla="*/ 3195204 h 4792287"/>
              <a:gd name="connsiteX5" fmla="*/ 7412269 w 11328862"/>
              <a:gd name="connsiteY5" fmla="*/ 3202130 h 4792287"/>
              <a:gd name="connsiteX6" fmla="*/ 11328862 w 11328862"/>
              <a:gd name="connsiteY6" fmla="*/ 4792287 h 4792287"/>
              <a:gd name="connsiteX0" fmla="*/ 0 w 10813213"/>
              <a:gd name="connsiteY0" fmla="*/ 17491 h 3525981"/>
              <a:gd name="connsiteX1" fmla="*/ 10791132 w 10813213"/>
              <a:gd name="connsiteY1" fmla="*/ 0 h 3525981"/>
              <a:gd name="connsiteX2" fmla="*/ 10813213 w 10813213"/>
              <a:gd name="connsiteY2" fmla="*/ 3525981 h 3525981"/>
              <a:gd name="connsiteX3" fmla="*/ 7951239 w 10813213"/>
              <a:gd name="connsiteY3" fmla="*/ 3520931 h 3525981"/>
              <a:gd name="connsiteX4" fmla="*/ 7988588 w 10813213"/>
              <a:gd name="connsiteY4" fmla="*/ 3195204 h 3525981"/>
              <a:gd name="connsiteX5" fmla="*/ 7412269 w 10813213"/>
              <a:gd name="connsiteY5" fmla="*/ 3202130 h 3525981"/>
              <a:gd name="connsiteX0" fmla="*/ 0 w 10813213"/>
              <a:gd name="connsiteY0" fmla="*/ 17491 h 5007118"/>
              <a:gd name="connsiteX1" fmla="*/ 10791132 w 10813213"/>
              <a:gd name="connsiteY1" fmla="*/ 0 h 5007118"/>
              <a:gd name="connsiteX2" fmla="*/ 10813213 w 10813213"/>
              <a:gd name="connsiteY2" fmla="*/ 3525981 h 5007118"/>
              <a:gd name="connsiteX3" fmla="*/ 7951239 w 10813213"/>
              <a:gd name="connsiteY3" fmla="*/ 3520931 h 5007118"/>
              <a:gd name="connsiteX4" fmla="*/ 7988588 w 10813213"/>
              <a:gd name="connsiteY4" fmla="*/ 3195204 h 5007118"/>
              <a:gd name="connsiteX5" fmla="*/ 8536219 w 10813213"/>
              <a:gd name="connsiteY5" fmla="*/ 5007118 h 5007118"/>
              <a:gd name="connsiteX0" fmla="*/ 0 w 10813213"/>
              <a:gd name="connsiteY0" fmla="*/ 17491 h 5007118"/>
              <a:gd name="connsiteX1" fmla="*/ 10791132 w 10813213"/>
              <a:gd name="connsiteY1" fmla="*/ 0 h 5007118"/>
              <a:gd name="connsiteX2" fmla="*/ 10813213 w 10813213"/>
              <a:gd name="connsiteY2" fmla="*/ 3525981 h 5007118"/>
              <a:gd name="connsiteX3" fmla="*/ 7951239 w 10813213"/>
              <a:gd name="connsiteY3" fmla="*/ 3520931 h 5007118"/>
              <a:gd name="connsiteX4" fmla="*/ 9060151 w 10813213"/>
              <a:gd name="connsiteY4" fmla="*/ 5000191 h 5007118"/>
              <a:gd name="connsiteX5" fmla="*/ 8536219 w 10813213"/>
              <a:gd name="connsiteY5" fmla="*/ 5007118 h 5007118"/>
              <a:gd name="connsiteX0" fmla="*/ 0 w 10813213"/>
              <a:gd name="connsiteY0" fmla="*/ 17491 h 5444981"/>
              <a:gd name="connsiteX1" fmla="*/ 10791132 w 10813213"/>
              <a:gd name="connsiteY1" fmla="*/ 0 h 5444981"/>
              <a:gd name="connsiteX2" fmla="*/ 10813213 w 10813213"/>
              <a:gd name="connsiteY2" fmla="*/ 3525981 h 5444981"/>
              <a:gd name="connsiteX3" fmla="*/ 9084714 w 10813213"/>
              <a:gd name="connsiteY3" fmla="*/ 5444981 h 5444981"/>
              <a:gd name="connsiteX4" fmla="*/ 9060151 w 10813213"/>
              <a:gd name="connsiteY4" fmla="*/ 5000191 h 5444981"/>
              <a:gd name="connsiteX5" fmla="*/ 8536219 w 10813213"/>
              <a:gd name="connsiteY5" fmla="*/ 5007118 h 5444981"/>
              <a:gd name="connsiteX0" fmla="*/ 0 w 10798926"/>
              <a:gd name="connsiteY0" fmla="*/ 17491 h 5444981"/>
              <a:gd name="connsiteX1" fmla="*/ 10791132 w 10798926"/>
              <a:gd name="connsiteY1" fmla="*/ 0 h 5444981"/>
              <a:gd name="connsiteX2" fmla="*/ 10798926 w 10798926"/>
              <a:gd name="connsiteY2" fmla="*/ 5440506 h 5444981"/>
              <a:gd name="connsiteX3" fmla="*/ 9084714 w 10798926"/>
              <a:gd name="connsiteY3" fmla="*/ 5444981 h 5444981"/>
              <a:gd name="connsiteX4" fmla="*/ 9060151 w 10798926"/>
              <a:gd name="connsiteY4" fmla="*/ 5000191 h 5444981"/>
              <a:gd name="connsiteX5" fmla="*/ 8536219 w 10798926"/>
              <a:gd name="connsiteY5" fmla="*/ 5007118 h 5444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798926" h="5444981">
                <a:moveTo>
                  <a:pt x="0" y="17491"/>
                </a:moveTo>
                <a:lnTo>
                  <a:pt x="10791132" y="0"/>
                </a:lnTo>
                <a:lnTo>
                  <a:pt x="10798926" y="5440506"/>
                </a:lnTo>
                <a:lnTo>
                  <a:pt x="9084714" y="5444981"/>
                </a:lnTo>
                <a:lnTo>
                  <a:pt x="9060151" y="5000191"/>
                </a:lnTo>
                <a:lnTo>
                  <a:pt x="8536219" y="5007118"/>
                </a:lnTo>
              </a:path>
            </a:pathLst>
          </a:cu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CE1F6C58-94CD-8483-F809-39F133502972}"/>
              </a:ext>
            </a:extLst>
          </p:cNvPr>
          <p:cNvSpPr/>
          <p:nvPr/>
        </p:nvSpPr>
        <p:spPr>
          <a:xfrm>
            <a:off x="481790" y="1400175"/>
            <a:ext cx="9039919" cy="3093634"/>
          </a:xfrm>
          <a:custGeom>
            <a:avLst/>
            <a:gdLst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0678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9822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35200 w 10241280"/>
              <a:gd name="connsiteY3" fmla="*/ 446901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9106594 w 10241280"/>
              <a:gd name="connsiteY8" fmla="*/ 4788130 h 5370022"/>
              <a:gd name="connsiteX9" fmla="*/ 10241280 w 10241280"/>
              <a:gd name="connsiteY9" fmla="*/ 4796444 h 5370022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06594 w 10241280"/>
              <a:gd name="connsiteY8" fmla="*/ 4788130 h 5764875"/>
              <a:gd name="connsiteX9" fmla="*/ 10241280 w 10241280"/>
              <a:gd name="connsiteY9" fmla="*/ 4796444 h 5764875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31533 w 10241280"/>
              <a:gd name="connsiteY8" fmla="*/ 5124796 h 5764875"/>
              <a:gd name="connsiteX9" fmla="*/ 10241280 w 10241280"/>
              <a:gd name="connsiteY9" fmla="*/ 4796444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4110644 w 10245437"/>
              <a:gd name="connsiteY6" fmla="*/ 5370022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4585768 w 10245437"/>
              <a:gd name="connsiteY5" fmla="*/ 5132502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585768 w 10245437"/>
              <a:gd name="connsiteY5" fmla="*/ 5132502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852468 w 10245437"/>
              <a:gd name="connsiteY5" fmla="*/ 5137264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52468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34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07721 w 10245437"/>
              <a:gd name="connsiteY8" fmla="*/ 5100983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8196 w 10245437"/>
              <a:gd name="connsiteY8" fmla="*/ 5124796 h 5789901"/>
              <a:gd name="connsiteX9" fmla="*/ 10245437 w 10245437"/>
              <a:gd name="connsiteY9" fmla="*/ 5108171 h 5789901"/>
              <a:gd name="connsiteX0" fmla="*/ 0 w 11276475"/>
              <a:gd name="connsiteY0" fmla="*/ 0 h 4846926"/>
              <a:gd name="connsiteX1" fmla="*/ 1051820 w 11276475"/>
              <a:gd name="connsiteY1" fmla="*/ 973109 h 4846926"/>
              <a:gd name="connsiteX2" fmla="*/ 1031038 w 11276475"/>
              <a:gd name="connsiteY2" fmla="*/ 3508490 h 4846926"/>
              <a:gd name="connsiteX3" fmla="*/ 2164802 w 11276475"/>
              <a:gd name="connsiteY3" fmla="*/ 3517728 h 4846926"/>
              <a:gd name="connsiteX4" fmla="*/ 2173576 w 11276475"/>
              <a:gd name="connsiteY4" fmla="*/ 4187363 h 4846926"/>
              <a:gd name="connsiteX5" fmla="*/ 5907319 w 11276475"/>
              <a:gd name="connsiteY5" fmla="*/ 4194289 h 4846926"/>
              <a:gd name="connsiteX6" fmla="*/ 5904375 w 11276475"/>
              <a:gd name="connsiteY6" fmla="*/ 4846926 h 4846926"/>
              <a:gd name="connsiteX7" fmla="*/ 10121006 w 11276475"/>
              <a:gd name="connsiteY7" fmla="*/ 4821900 h 4846926"/>
              <a:gd name="connsiteX8" fmla="*/ 10129234 w 11276475"/>
              <a:gd name="connsiteY8" fmla="*/ 4181821 h 4846926"/>
              <a:gd name="connsiteX9" fmla="*/ 11276475 w 11276475"/>
              <a:gd name="connsiteY9" fmla="*/ 4165196 h 4846926"/>
              <a:gd name="connsiteX0" fmla="*/ 0 w 11309813"/>
              <a:gd name="connsiteY0" fmla="*/ 0 h 4846926"/>
              <a:gd name="connsiteX1" fmla="*/ 1085158 w 11309813"/>
              <a:gd name="connsiteY1" fmla="*/ 973109 h 4846926"/>
              <a:gd name="connsiteX2" fmla="*/ 1064376 w 11309813"/>
              <a:gd name="connsiteY2" fmla="*/ 3508490 h 4846926"/>
              <a:gd name="connsiteX3" fmla="*/ 2198140 w 11309813"/>
              <a:gd name="connsiteY3" fmla="*/ 3517728 h 4846926"/>
              <a:gd name="connsiteX4" fmla="*/ 2206914 w 11309813"/>
              <a:gd name="connsiteY4" fmla="*/ 4187363 h 4846926"/>
              <a:gd name="connsiteX5" fmla="*/ 5940657 w 11309813"/>
              <a:gd name="connsiteY5" fmla="*/ 4194289 h 4846926"/>
              <a:gd name="connsiteX6" fmla="*/ 5937713 w 11309813"/>
              <a:gd name="connsiteY6" fmla="*/ 4846926 h 4846926"/>
              <a:gd name="connsiteX7" fmla="*/ 10154344 w 11309813"/>
              <a:gd name="connsiteY7" fmla="*/ 4821900 h 4846926"/>
              <a:gd name="connsiteX8" fmla="*/ 10162572 w 11309813"/>
              <a:gd name="connsiteY8" fmla="*/ 4181821 h 4846926"/>
              <a:gd name="connsiteX9" fmla="*/ 11309813 w 11309813"/>
              <a:gd name="connsiteY9" fmla="*/ 4165196 h 4846926"/>
              <a:gd name="connsiteX0" fmla="*/ 0 w 10162572"/>
              <a:gd name="connsiteY0" fmla="*/ 0 h 4846926"/>
              <a:gd name="connsiteX1" fmla="*/ 1085158 w 10162572"/>
              <a:gd name="connsiteY1" fmla="*/ 973109 h 4846926"/>
              <a:gd name="connsiteX2" fmla="*/ 1064376 w 10162572"/>
              <a:gd name="connsiteY2" fmla="*/ 3508490 h 4846926"/>
              <a:gd name="connsiteX3" fmla="*/ 2198140 w 10162572"/>
              <a:gd name="connsiteY3" fmla="*/ 3517728 h 4846926"/>
              <a:gd name="connsiteX4" fmla="*/ 2206914 w 10162572"/>
              <a:gd name="connsiteY4" fmla="*/ 4187363 h 4846926"/>
              <a:gd name="connsiteX5" fmla="*/ 5940657 w 10162572"/>
              <a:gd name="connsiteY5" fmla="*/ 4194289 h 4846926"/>
              <a:gd name="connsiteX6" fmla="*/ 5937713 w 10162572"/>
              <a:gd name="connsiteY6" fmla="*/ 4846926 h 4846926"/>
              <a:gd name="connsiteX7" fmla="*/ 10154344 w 10162572"/>
              <a:gd name="connsiteY7" fmla="*/ 4821900 h 4846926"/>
              <a:gd name="connsiteX8" fmla="*/ 10162572 w 10162572"/>
              <a:gd name="connsiteY8" fmla="*/ 4181821 h 4846926"/>
              <a:gd name="connsiteX9" fmla="*/ 8495175 w 10162572"/>
              <a:gd name="connsiteY9" fmla="*/ 3093634 h 4846926"/>
              <a:gd name="connsiteX0" fmla="*/ 0 w 10154344"/>
              <a:gd name="connsiteY0" fmla="*/ 0 h 4846926"/>
              <a:gd name="connsiteX1" fmla="*/ 1085158 w 10154344"/>
              <a:gd name="connsiteY1" fmla="*/ 973109 h 4846926"/>
              <a:gd name="connsiteX2" fmla="*/ 1064376 w 10154344"/>
              <a:gd name="connsiteY2" fmla="*/ 3508490 h 4846926"/>
              <a:gd name="connsiteX3" fmla="*/ 2198140 w 10154344"/>
              <a:gd name="connsiteY3" fmla="*/ 3517728 h 4846926"/>
              <a:gd name="connsiteX4" fmla="*/ 2206914 w 10154344"/>
              <a:gd name="connsiteY4" fmla="*/ 4187363 h 4846926"/>
              <a:gd name="connsiteX5" fmla="*/ 5940657 w 10154344"/>
              <a:gd name="connsiteY5" fmla="*/ 4194289 h 4846926"/>
              <a:gd name="connsiteX6" fmla="*/ 5937713 w 10154344"/>
              <a:gd name="connsiteY6" fmla="*/ 4846926 h 4846926"/>
              <a:gd name="connsiteX7" fmla="*/ 10154344 w 10154344"/>
              <a:gd name="connsiteY7" fmla="*/ 4821900 h 4846926"/>
              <a:gd name="connsiteX8" fmla="*/ 9029097 w 10154344"/>
              <a:gd name="connsiteY8" fmla="*/ 3081684 h 4846926"/>
              <a:gd name="connsiteX9" fmla="*/ 8495175 w 10154344"/>
              <a:gd name="connsiteY9" fmla="*/ 3093634 h 4846926"/>
              <a:gd name="connsiteX0" fmla="*/ 0 w 9039919"/>
              <a:gd name="connsiteY0" fmla="*/ 0 h 4846926"/>
              <a:gd name="connsiteX1" fmla="*/ 1085158 w 9039919"/>
              <a:gd name="connsiteY1" fmla="*/ 973109 h 4846926"/>
              <a:gd name="connsiteX2" fmla="*/ 1064376 w 9039919"/>
              <a:gd name="connsiteY2" fmla="*/ 3508490 h 4846926"/>
              <a:gd name="connsiteX3" fmla="*/ 2198140 w 9039919"/>
              <a:gd name="connsiteY3" fmla="*/ 3517728 h 4846926"/>
              <a:gd name="connsiteX4" fmla="*/ 2206914 w 9039919"/>
              <a:gd name="connsiteY4" fmla="*/ 4187363 h 4846926"/>
              <a:gd name="connsiteX5" fmla="*/ 5940657 w 9039919"/>
              <a:gd name="connsiteY5" fmla="*/ 4194289 h 4846926"/>
              <a:gd name="connsiteX6" fmla="*/ 5937713 w 9039919"/>
              <a:gd name="connsiteY6" fmla="*/ 4846926 h 4846926"/>
              <a:gd name="connsiteX7" fmla="*/ 9039919 w 9039919"/>
              <a:gd name="connsiteY7" fmla="*/ 659475 h 4846926"/>
              <a:gd name="connsiteX8" fmla="*/ 9029097 w 9039919"/>
              <a:gd name="connsiteY8" fmla="*/ 3081684 h 4846926"/>
              <a:gd name="connsiteX9" fmla="*/ 8495175 w 9039919"/>
              <a:gd name="connsiteY9" fmla="*/ 3093634 h 4846926"/>
              <a:gd name="connsiteX0" fmla="*/ 0 w 9039919"/>
              <a:gd name="connsiteY0" fmla="*/ 0 h 4203125"/>
              <a:gd name="connsiteX1" fmla="*/ 1085158 w 9039919"/>
              <a:gd name="connsiteY1" fmla="*/ 973109 h 4203125"/>
              <a:gd name="connsiteX2" fmla="*/ 1064376 w 9039919"/>
              <a:gd name="connsiteY2" fmla="*/ 3508490 h 4203125"/>
              <a:gd name="connsiteX3" fmla="*/ 2198140 w 9039919"/>
              <a:gd name="connsiteY3" fmla="*/ 3517728 h 4203125"/>
              <a:gd name="connsiteX4" fmla="*/ 2206914 w 9039919"/>
              <a:gd name="connsiteY4" fmla="*/ 4187363 h 4203125"/>
              <a:gd name="connsiteX5" fmla="*/ 5940657 w 9039919"/>
              <a:gd name="connsiteY5" fmla="*/ 4194289 h 4203125"/>
              <a:gd name="connsiteX6" fmla="*/ 1713376 w 9039919"/>
              <a:gd name="connsiteY6" fmla="*/ 646401 h 4203125"/>
              <a:gd name="connsiteX7" fmla="*/ 9039919 w 9039919"/>
              <a:gd name="connsiteY7" fmla="*/ 659475 h 4203125"/>
              <a:gd name="connsiteX8" fmla="*/ 9029097 w 9039919"/>
              <a:gd name="connsiteY8" fmla="*/ 3081684 h 4203125"/>
              <a:gd name="connsiteX9" fmla="*/ 8495175 w 9039919"/>
              <a:gd name="connsiteY9" fmla="*/ 3093634 h 4203125"/>
              <a:gd name="connsiteX0" fmla="*/ 0 w 9039919"/>
              <a:gd name="connsiteY0" fmla="*/ 0 h 4187363"/>
              <a:gd name="connsiteX1" fmla="*/ 1085158 w 9039919"/>
              <a:gd name="connsiteY1" fmla="*/ 973109 h 4187363"/>
              <a:gd name="connsiteX2" fmla="*/ 1064376 w 9039919"/>
              <a:gd name="connsiteY2" fmla="*/ 3508490 h 4187363"/>
              <a:gd name="connsiteX3" fmla="*/ 2198140 w 9039919"/>
              <a:gd name="connsiteY3" fmla="*/ 3517728 h 4187363"/>
              <a:gd name="connsiteX4" fmla="*/ 2206914 w 9039919"/>
              <a:gd name="connsiteY4" fmla="*/ 4187363 h 4187363"/>
              <a:gd name="connsiteX5" fmla="*/ 535219 w 9039919"/>
              <a:gd name="connsiteY5" fmla="*/ 3289 h 4187363"/>
              <a:gd name="connsiteX6" fmla="*/ 1713376 w 9039919"/>
              <a:gd name="connsiteY6" fmla="*/ 646401 h 4187363"/>
              <a:gd name="connsiteX7" fmla="*/ 9039919 w 9039919"/>
              <a:gd name="connsiteY7" fmla="*/ 659475 h 4187363"/>
              <a:gd name="connsiteX8" fmla="*/ 9029097 w 9039919"/>
              <a:gd name="connsiteY8" fmla="*/ 3081684 h 4187363"/>
              <a:gd name="connsiteX9" fmla="*/ 8495175 w 9039919"/>
              <a:gd name="connsiteY9" fmla="*/ 3093634 h 4187363"/>
              <a:gd name="connsiteX0" fmla="*/ 0 w 9039919"/>
              <a:gd name="connsiteY0" fmla="*/ 0 h 3517728"/>
              <a:gd name="connsiteX1" fmla="*/ 1085158 w 9039919"/>
              <a:gd name="connsiteY1" fmla="*/ 973109 h 3517728"/>
              <a:gd name="connsiteX2" fmla="*/ 1064376 w 9039919"/>
              <a:gd name="connsiteY2" fmla="*/ 3508490 h 3517728"/>
              <a:gd name="connsiteX3" fmla="*/ 2198140 w 9039919"/>
              <a:gd name="connsiteY3" fmla="*/ 3517728 h 3517728"/>
              <a:gd name="connsiteX4" fmla="*/ 535219 w 9039919"/>
              <a:gd name="connsiteY4" fmla="*/ 3289 h 3517728"/>
              <a:gd name="connsiteX5" fmla="*/ 1713376 w 9039919"/>
              <a:gd name="connsiteY5" fmla="*/ 646401 h 3517728"/>
              <a:gd name="connsiteX6" fmla="*/ 9039919 w 9039919"/>
              <a:gd name="connsiteY6" fmla="*/ 659475 h 3517728"/>
              <a:gd name="connsiteX7" fmla="*/ 9029097 w 9039919"/>
              <a:gd name="connsiteY7" fmla="*/ 3081684 h 3517728"/>
              <a:gd name="connsiteX8" fmla="*/ 8495175 w 9039919"/>
              <a:gd name="connsiteY8" fmla="*/ 3093634 h 3517728"/>
              <a:gd name="connsiteX0" fmla="*/ 0 w 9039919"/>
              <a:gd name="connsiteY0" fmla="*/ 0 h 3508490"/>
              <a:gd name="connsiteX1" fmla="*/ 1085158 w 9039919"/>
              <a:gd name="connsiteY1" fmla="*/ 973109 h 3508490"/>
              <a:gd name="connsiteX2" fmla="*/ 1064376 w 9039919"/>
              <a:gd name="connsiteY2" fmla="*/ 3508490 h 3508490"/>
              <a:gd name="connsiteX3" fmla="*/ 535219 w 9039919"/>
              <a:gd name="connsiteY3" fmla="*/ 3289 h 3508490"/>
              <a:gd name="connsiteX4" fmla="*/ 1713376 w 9039919"/>
              <a:gd name="connsiteY4" fmla="*/ 646401 h 3508490"/>
              <a:gd name="connsiteX5" fmla="*/ 9039919 w 9039919"/>
              <a:gd name="connsiteY5" fmla="*/ 659475 h 3508490"/>
              <a:gd name="connsiteX6" fmla="*/ 9029097 w 9039919"/>
              <a:gd name="connsiteY6" fmla="*/ 3081684 h 3508490"/>
              <a:gd name="connsiteX7" fmla="*/ 8495175 w 9039919"/>
              <a:gd name="connsiteY7" fmla="*/ 3093634 h 3508490"/>
              <a:gd name="connsiteX0" fmla="*/ 0 w 9039919"/>
              <a:gd name="connsiteY0" fmla="*/ 0 h 3093634"/>
              <a:gd name="connsiteX1" fmla="*/ 1085158 w 9039919"/>
              <a:gd name="connsiteY1" fmla="*/ 973109 h 3093634"/>
              <a:gd name="connsiteX2" fmla="*/ 535219 w 9039919"/>
              <a:gd name="connsiteY2" fmla="*/ 3289 h 3093634"/>
              <a:gd name="connsiteX3" fmla="*/ 1713376 w 9039919"/>
              <a:gd name="connsiteY3" fmla="*/ 646401 h 3093634"/>
              <a:gd name="connsiteX4" fmla="*/ 9039919 w 9039919"/>
              <a:gd name="connsiteY4" fmla="*/ 659475 h 3093634"/>
              <a:gd name="connsiteX5" fmla="*/ 9029097 w 9039919"/>
              <a:gd name="connsiteY5" fmla="*/ 3081684 h 3093634"/>
              <a:gd name="connsiteX6" fmla="*/ 8495175 w 9039919"/>
              <a:gd name="connsiteY6" fmla="*/ 3093634 h 3093634"/>
              <a:gd name="connsiteX0" fmla="*/ 0 w 9039919"/>
              <a:gd name="connsiteY0" fmla="*/ 0 h 3093634"/>
              <a:gd name="connsiteX1" fmla="*/ 535219 w 9039919"/>
              <a:gd name="connsiteY1" fmla="*/ 3289 h 3093634"/>
              <a:gd name="connsiteX2" fmla="*/ 1713376 w 9039919"/>
              <a:gd name="connsiteY2" fmla="*/ 646401 h 3093634"/>
              <a:gd name="connsiteX3" fmla="*/ 9039919 w 9039919"/>
              <a:gd name="connsiteY3" fmla="*/ 659475 h 3093634"/>
              <a:gd name="connsiteX4" fmla="*/ 9029097 w 9039919"/>
              <a:gd name="connsiteY4" fmla="*/ 3081684 h 3093634"/>
              <a:gd name="connsiteX5" fmla="*/ 8495175 w 9039919"/>
              <a:gd name="connsiteY5" fmla="*/ 3093634 h 3093634"/>
              <a:gd name="connsiteX0" fmla="*/ 0 w 9039919"/>
              <a:gd name="connsiteY0" fmla="*/ 0 h 3093634"/>
              <a:gd name="connsiteX1" fmla="*/ 535219 w 9039919"/>
              <a:gd name="connsiteY1" fmla="*/ 3289 h 3093634"/>
              <a:gd name="connsiteX2" fmla="*/ 1713376 w 9039919"/>
              <a:gd name="connsiteY2" fmla="*/ 646401 h 3093634"/>
              <a:gd name="connsiteX3" fmla="*/ 9039919 w 9039919"/>
              <a:gd name="connsiteY3" fmla="*/ 659475 h 3093634"/>
              <a:gd name="connsiteX4" fmla="*/ 9029097 w 9039919"/>
              <a:gd name="connsiteY4" fmla="*/ 3081684 h 3093634"/>
              <a:gd name="connsiteX5" fmla="*/ 8495175 w 9039919"/>
              <a:gd name="connsiteY5" fmla="*/ 3093634 h 3093634"/>
              <a:gd name="connsiteX0" fmla="*/ 0 w 9039919"/>
              <a:gd name="connsiteY0" fmla="*/ 0 h 3093634"/>
              <a:gd name="connsiteX1" fmla="*/ 535219 w 9039919"/>
              <a:gd name="connsiteY1" fmla="*/ 3289 h 3093634"/>
              <a:gd name="connsiteX2" fmla="*/ 1713376 w 9039919"/>
              <a:gd name="connsiteY2" fmla="*/ 646401 h 3093634"/>
              <a:gd name="connsiteX3" fmla="*/ 9039919 w 9039919"/>
              <a:gd name="connsiteY3" fmla="*/ 659475 h 3093634"/>
              <a:gd name="connsiteX4" fmla="*/ 9029097 w 9039919"/>
              <a:gd name="connsiteY4" fmla="*/ 3081684 h 3093634"/>
              <a:gd name="connsiteX5" fmla="*/ 8495175 w 9039919"/>
              <a:gd name="connsiteY5" fmla="*/ 3093634 h 3093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39919" h="3093634">
                <a:moveTo>
                  <a:pt x="0" y="0"/>
                </a:moveTo>
                <a:lnTo>
                  <a:pt x="535219" y="3289"/>
                </a:lnTo>
                <a:cubicBezTo>
                  <a:pt x="889838" y="243060"/>
                  <a:pt x="1215882" y="382818"/>
                  <a:pt x="1713376" y="646401"/>
                </a:cubicBezTo>
                <a:lnTo>
                  <a:pt x="9039919" y="659475"/>
                </a:lnTo>
                <a:cubicBezTo>
                  <a:pt x="9036312" y="1466878"/>
                  <a:pt x="9032704" y="2274281"/>
                  <a:pt x="9029097" y="3081684"/>
                </a:cubicBezTo>
                <a:lnTo>
                  <a:pt x="8495175" y="3093634"/>
                </a:lnTo>
              </a:path>
            </a:pathLst>
          </a:cu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359011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58A49A-6211-40B1-548C-6F1F871B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Level1_Screen6</a:t>
            </a:r>
            <a:endParaRPr lang="fr-FR" dirty="0"/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99F82DF0-F500-84D7-0D7B-78DF484273D6}"/>
              </a:ext>
            </a:extLst>
          </p:cNvPr>
          <p:cNvSpPr/>
          <p:nvPr/>
        </p:nvSpPr>
        <p:spPr>
          <a:xfrm>
            <a:off x="400829" y="2149446"/>
            <a:ext cx="11376487" cy="4316269"/>
          </a:xfrm>
          <a:custGeom>
            <a:avLst/>
            <a:gdLst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0678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9822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35200 w 10241280"/>
              <a:gd name="connsiteY3" fmla="*/ 446901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9106594 w 10241280"/>
              <a:gd name="connsiteY8" fmla="*/ 4788130 h 5370022"/>
              <a:gd name="connsiteX9" fmla="*/ 10241280 w 10241280"/>
              <a:gd name="connsiteY9" fmla="*/ 4796444 h 5370022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06594 w 10241280"/>
              <a:gd name="connsiteY8" fmla="*/ 4788130 h 5764875"/>
              <a:gd name="connsiteX9" fmla="*/ 10241280 w 10241280"/>
              <a:gd name="connsiteY9" fmla="*/ 4796444 h 5764875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31533 w 10241280"/>
              <a:gd name="connsiteY8" fmla="*/ 5124796 h 5764875"/>
              <a:gd name="connsiteX9" fmla="*/ 10241280 w 10241280"/>
              <a:gd name="connsiteY9" fmla="*/ 4796444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4110644 w 10245437"/>
              <a:gd name="connsiteY6" fmla="*/ 5370022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4585768 w 10245437"/>
              <a:gd name="connsiteY5" fmla="*/ 5132502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585768 w 10245437"/>
              <a:gd name="connsiteY5" fmla="*/ 5132502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852468 w 10245437"/>
              <a:gd name="connsiteY5" fmla="*/ 5137264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52468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34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07721 w 10245437"/>
              <a:gd name="connsiteY8" fmla="*/ 5100983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8196 w 10245437"/>
              <a:gd name="connsiteY8" fmla="*/ 5124796 h 5789901"/>
              <a:gd name="connsiteX9" fmla="*/ 10245437 w 10245437"/>
              <a:gd name="connsiteY9" fmla="*/ 5108171 h 5789901"/>
              <a:gd name="connsiteX0" fmla="*/ 0 w 11390774"/>
              <a:gd name="connsiteY0" fmla="*/ 0 h 4075401"/>
              <a:gd name="connsiteX1" fmla="*/ 1166119 w 11390774"/>
              <a:gd name="connsiteY1" fmla="*/ 201584 h 4075401"/>
              <a:gd name="connsiteX2" fmla="*/ 1145337 w 11390774"/>
              <a:gd name="connsiteY2" fmla="*/ 2736965 h 4075401"/>
              <a:gd name="connsiteX3" fmla="*/ 2279101 w 11390774"/>
              <a:gd name="connsiteY3" fmla="*/ 2746203 h 4075401"/>
              <a:gd name="connsiteX4" fmla="*/ 2287875 w 11390774"/>
              <a:gd name="connsiteY4" fmla="*/ 3415838 h 4075401"/>
              <a:gd name="connsiteX5" fmla="*/ 6021618 w 11390774"/>
              <a:gd name="connsiteY5" fmla="*/ 3422764 h 4075401"/>
              <a:gd name="connsiteX6" fmla="*/ 6018674 w 11390774"/>
              <a:gd name="connsiteY6" fmla="*/ 4075401 h 4075401"/>
              <a:gd name="connsiteX7" fmla="*/ 10235305 w 11390774"/>
              <a:gd name="connsiteY7" fmla="*/ 4050375 h 4075401"/>
              <a:gd name="connsiteX8" fmla="*/ 10243533 w 11390774"/>
              <a:gd name="connsiteY8" fmla="*/ 3410296 h 4075401"/>
              <a:gd name="connsiteX9" fmla="*/ 11390774 w 11390774"/>
              <a:gd name="connsiteY9" fmla="*/ 3393671 h 4075401"/>
              <a:gd name="connsiteX0" fmla="*/ 0 w 11390774"/>
              <a:gd name="connsiteY0" fmla="*/ 22254 h 4097655"/>
              <a:gd name="connsiteX1" fmla="*/ 742257 w 11390774"/>
              <a:gd name="connsiteY1" fmla="*/ 0 h 4097655"/>
              <a:gd name="connsiteX2" fmla="*/ 1145337 w 11390774"/>
              <a:gd name="connsiteY2" fmla="*/ 2759219 h 4097655"/>
              <a:gd name="connsiteX3" fmla="*/ 2279101 w 11390774"/>
              <a:gd name="connsiteY3" fmla="*/ 2768457 h 4097655"/>
              <a:gd name="connsiteX4" fmla="*/ 2287875 w 11390774"/>
              <a:gd name="connsiteY4" fmla="*/ 3438092 h 4097655"/>
              <a:gd name="connsiteX5" fmla="*/ 6021618 w 11390774"/>
              <a:gd name="connsiteY5" fmla="*/ 3445018 h 4097655"/>
              <a:gd name="connsiteX6" fmla="*/ 6018674 w 11390774"/>
              <a:gd name="connsiteY6" fmla="*/ 4097655 h 4097655"/>
              <a:gd name="connsiteX7" fmla="*/ 10235305 w 11390774"/>
              <a:gd name="connsiteY7" fmla="*/ 4072629 h 4097655"/>
              <a:gd name="connsiteX8" fmla="*/ 10243533 w 11390774"/>
              <a:gd name="connsiteY8" fmla="*/ 3432550 h 4097655"/>
              <a:gd name="connsiteX9" fmla="*/ 11390774 w 11390774"/>
              <a:gd name="connsiteY9" fmla="*/ 3415925 h 4097655"/>
              <a:gd name="connsiteX0" fmla="*/ 0 w 11390774"/>
              <a:gd name="connsiteY0" fmla="*/ 22254 h 4302269"/>
              <a:gd name="connsiteX1" fmla="*/ 742257 w 11390774"/>
              <a:gd name="connsiteY1" fmla="*/ 0 h 4302269"/>
              <a:gd name="connsiteX2" fmla="*/ 745287 w 11390774"/>
              <a:gd name="connsiteY2" fmla="*/ 4302269 h 4302269"/>
              <a:gd name="connsiteX3" fmla="*/ 2279101 w 11390774"/>
              <a:gd name="connsiteY3" fmla="*/ 2768457 h 4302269"/>
              <a:gd name="connsiteX4" fmla="*/ 2287875 w 11390774"/>
              <a:gd name="connsiteY4" fmla="*/ 3438092 h 4302269"/>
              <a:gd name="connsiteX5" fmla="*/ 6021618 w 11390774"/>
              <a:gd name="connsiteY5" fmla="*/ 3445018 h 4302269"/>
              <a:gd name="connsiteX6" fmla="*/ 6018674 w 11390774"/>
              <a:gd name="connsiteY6" fmla="*/ 4097655 h 4302269"/>
              <a:gd name="connsiteX7" fmla="*/ 10235305 w 11390774"/>
              <a:gd name="connsiteY7" fmla="*/ 4072629 h 4302269"/>
              <a:gd name="connsiteX8" fmla="*/ 10243533 w 11390774"/>
              <a:gd name="connsiteY8" fmla="*/ 3432550 h 4302269"/>
              <a:gd name="connsiteX9" fmla="*/ 11390774 w 11390774"/>
              <a:gd name="connsiteY9" fmla="*/ 3415925 h 4302269"/>
              <a:gd name="connsiteX0" fmla="*/ 0 w 11376487"/>
              <a:gd name="connsiteY0" fmla="*/ 22254 h 4302269"/>
              <a:gd name="connsiteX1" fmla="*/ 742257 w 11376487"/>
              <a:gd name="connsiteY1" fmla="*/ 0 h 4302269"/>
              <a:gd name="connsiteX2" fmla="*/ 745287 w 11376487"/>
              <a:gd name="connsiteY2" fmla="*/ 4302269 h 4302269"/>
              <a:gd name="connsiteX3" fmla="*/ 2279101 w 11376487"/>
              <a:gd name="connsiteY3" fmla="*/ 2768457 h 4302269"/>
              <a:gd name="connsiteX4" fmla="*/ 2287875 w 11376487"/>
              <a:gd name="connsiteY4" fmla="*/ 3438092 h 4302269"/>
              <a:gd name="connsiteX5" fmla="*/ 6021618 w 11376487"/>
              <a:gd name="connsiteY5" fmla="*/ 3445018 h 4302269"/>
              <a:gd name="connsiteX6" fmla="*/ 6018674 w 11376487"/>
              <a:gd name="connsiteY6" fmla="*/ 4097655 h 4302269"/>
              <a:gd name="connsiteX7" fmla="*/ 10235305 w 11376487"/>
              <a:gd name="connsiteY7" fmla="*/ 4072629 h 4302269"/>
              <a:gd name="connsiteX8" fmla="*/ 10243533 w 11376487"/>
              <a:gd name="connsiteY8" fmla="*/ 3432550 h 4302269"/>
              <a:gd name="connsiteX9" fmla="*/ 11376487 w 11376487"/>
              <a:gd name="connsiteY9" fmla="*/ 2963487 h 4302269"/>
              <a:gd name="connsiteX0" fmla="*/ 0 w 11376487"/>
              <a:gd name="connsiteY0" fmla="*/ 22254 h 4302269"/>
              <a:gd name="connsiteX1" fmla="*/ 742257 w 11376487"/>
              <a:gd name="connsiteY1" fmla="*/ 0 h 4302269"/>
              <a:gd name="connsiteX2" fmla="*/ 745287 w 11376487"/>
              <a:gd name="connsiteY2" fmla="*/ 4302269 h 4302269"/>
              <a:gd name="connsiteX3" fmla="*/ 2279101 w 11376487"/>
              <a:gd name="connsiteY3" fmla="*/ 2768457 h 4302269"/>
              <a:gd name="connsiteX4" fmla="*/ 2287875 w 11376487"/>
              <a:gd name="connsiteY4" fmla="*/ 3438092 h 4302269"/>
              <a:gd name="connsiteX5" fmla="*/ 6021618 w 11376487"/>
              <a:gd name="connsiteY5" fmla="*/ 3445018 h 4302269"/>
              <a:gd name="connsiteX6" fmla="*/ 6018674 w 11376487"/>
              <a:gd name="connsiteY6" fmla="*/ 4097655 h 4302269"/>
              <a:gd name="connsiteX7" fmla="*/ 10235305 w 11376487"/>
              <a:gd name="connsiteY7" fmla="*/ 4072629 h 4302269"/>
              <a:gd name="connsiteX8" fmla="*/ 10619771 w 11376487"/>
              <a:gd name="connsiteY8" fmla="*/ 2984875 h 4302269"/>
              <a:gd name="connsiteX9" fmla="*/ 11376487 w 11376487"/>
              <a:gd name="connsiteY9" fmla="*/ 2963487 h 4302269"/>
              <a:gd name="connsiteX0" fmla="*/ 0 w 11376487"/>
              <a:gd name="connsiteY0" fmla="*/ 22254 h 4302269"/>
              <a:gd name="connsiteX1" fmla="*/ 742257 w 11376487"/>
              <a:gd name="connsiteY1" fmla="*/ 0 h 4302269"/>
              <a:gd name="connsiteX2" fmla="*/ 745287 w 11376487"/>
              <a:gd name="connsiteY2" fmla="*/ 4302269 h 4302269"/>
              <a:gd name="connsiteX3" fmla="*/ 2279101 w 11376487"/>
              <a:gd name="connsiteY3" fmla="*/ 2768457 h 4302269"/>
              <a:gd name="connsiteX4" fmla="*/ 2287875 w 11376487"/>
              <a:gd name="connsiteY4" fmla="*/ 3438092 h 4302269"/>
              <a:gd name="connsiteX5" fmla="*/ 6021618 w 11376487"/>
              <a:gd name="connsiteY5" fmla="*/ 3445018 h 4302269"/>
              <a:gd name="connsiteX6" fmla="*/ 6018674 w 11376487"/>
              <a:gd name="connsiteY6" fmla="*/ 4097655 h 4302269"/>
              <a:gd name="connsiteX7" fmla="*/ 10678217 w 11376487"/>
              <a:gd name="connsiteY7" fmla="*/ 4272654 h 4302269"/>
              <a:gd name="connsiteX8" fmla="*/ 10619771 w 11376487"/>
              <a:gd name="connsiteY8" fmla="*/ 2984875 h 4302269"/>
              <a:gd name="connsiteX9" fmla="*/ 11376487 w 11376487"/>
              <a:gd name="connsiteY9" fmla="*/ 2963487 h 4302269"/>
              <a:gd name="connsiteX0" fmla="*/ 0 w 11376487"/>
              <a:gd name="connsiteY0" fmla="*/ 22254 h 4302269"/>
              <a:gd name="connsiteX1" fmla="*/ 742257 w 11376487"/>
              <a:gd name="connsiteY1" fmla="*/ 0 h 4302269"/>
              <a:gd name="connsiteX2" fmla="*/ 745287 w 11376487"/>
              <a:gd name="connsiteY2" fmla="*/ 4302269 h 4302269"/>
              <a:gd name="connsiteX3" fmla="*/ 3036339 w 11376487"/>
              <a:gd name="connsiteY3" fmla="*/ 4254357 h 4302269"/>
              <a:gd name="connsiteX4" fmla="*/ 2287875 w 11376487"/>
              <a:gd name="connsiteY4" fmla="*/ 3438092 h 4302269"/>
              <a:gd name="connsiteX5" fmla="*/ 6021618 w 11376487"/>
              <a:gd name="connsiteY5" fmla="*/ 3445018 h 4302269"/>
              <a:gd name="connsiteX6" fmla="*/ 6018674 w 11376487"/>
              <a:gd name="connsiteY6" fmla="*/ 4097655 h 4302269"/>
              <a:gd name="connsiteX7" fmla="*/ 10678217 w 11376487"/>
              <a:gd name="connsiteY7" fmla="*/ 4272654 h 4302269"/>
              <a:gd name="connsiteX8" fmla="*/ 10619771 w 11376487"/>
              <a:gd name="connsiteY8" fmla="*/ 2984875 h 4302269"/>
              <a:gd name="connsiteX9" fmla="*/ 11376487 w 11376487"/>
              <a:gd name="connsiteY9" fmla="*/ 2963487 h 4302269"/>
              <a:gd name="connsiteX0" fmla="*/ 0 w 11376487"/>
              <a:gd name="connsiteY0" fmla="*/ 22254 h 4302269"/>
              <a:gd name="connsiteX1" fmla="*/ 742257 w 11376487"/>
              <a:gd name="connsiteY1" fmla="*/ 0 h 4302269"/>
              <a:gd name="connsiteX2" fmla="*/ 745287 w 11376487"/>
              <a:gd name="connsiteY2" fmla="*/ 4302269 h 4302269"/>
              <a:gd name="connsiteX3" fmla="*/ 3036339 w 11376487"/>
              <a:gd name="connsiteY3" fmla="*/ 4254357 h 4302269"/>
              <a:gd name="connsiteX4" fmla="*/ 3035588 w 11376487"/>
              <a:gd name="connsiteY4" fmla="*/ 2576080 h 4302269"/>
              <a:gd name="connsiteX5" fmla="*/ 6021618 w 11376487"/>
              <a:gd name="connsiteY5" fmla="*/ 3445018 h 4302269"/>
              <a:gd name="connsiteX6" fmla="*/ 6018674 w 11376487"/>
              <a:gd name="connsiteY6" fmla="*/ 4097655 h 4302269"/>
              <a:gd name="connsiteX7" fmla="*/ 10678217 w 11376487"/>
              <a:gd name="connsiteY7" fmla="*/ 4272654 h 4302269"/>
              <a:gd name="connsiteX8" fmla="*/ 10619771 w 11376487"/>
              <a:gd name="connsiteY8" fmla="*/ 2984875 h 4302269"/>
              <a:gd name="connsiteX9" fmla="*/ 11376487 w 11376487"/>
              <a:gd name="connsiteY9" fmla="*/ 2963487 h 4302269"/>
              <a:gd name="connsiteX0" fmla="*/ 0 w 11376487"/>
              <a:gd name="connsiteY0" fmla="*/ 22254 h 4316269"/>
              <a:gd name="connsiteX1" fmla="*/ 742257 w 11376487"/>
              <a:gd name="connsiteY1" fmla="*/ 0 h 4316269"/>
              <a:gd name="connsiteX2" fmla="*/ 745287 w 11376487"/>
              <a:gd name="connsiteY2" fmla="*/ 4302269 h 4316269"/>
              <a:gd name="connsiteX3" fmla="*/ 3041101 w 11376487"/>
              <a:gd name="connsiteY3" fmla="*/ 4316269 h 4316269"/>
              <a:gd name="connsiteX4" fmla="*/ 3035588 w 11376487"/>
              <a:gd name="connsiteY4" fmla="*/ 2576080 h 4316269"/>
              <a:gd name="connsiteX5" fmla="*/ 6021618 w 11376487"/>
              <a:gd name="connsiteY5" fmla="*/ 3445018 h 4316269"/>
              <a:gd name="connsiteX6" fmla="*/ 6018674 w 11376487"/>
              <a:gd name="connsiteY6" fmla="*/ 4097655 h 4316269"/>
              <a:gd name="connsiteX7" fmla="*/ 10678217 w 11376487"/>
              <a:gd name="connsiteY7" fmla="*/ 4272654 h 4316269"/>
              <a:gd name="connsiteX8" fmla="*/ 10619771 w 11376487"/>
              <a:gd name="connsiteY8" fmla="*/ 2984875 h 4316269"/>
              <a:gd name="connsiteX9" fmla="*/ 11376487 w 11376487"/>
              <a:gd name="connsiteY9" fmla="*/ 2963487 h 4316269"/>
              <a:gd name="connsiteX0" fmla="*/ 0 w 11376487"/>
              <a:gd name="connsiteY0" fmla="*/ 22254 h 4316269"/>
              <a:gd name="connsiteX1" fmla="*/ 742257 w 11376487"/>
              <a:gd name="connsiteY1" fmla="*/ 0 h 4316269"/>
              <a:gd name="connsiteX2" fmla="*/ 745287 w 11376487"/>
              <a:gd name="connsiteY2" fmla="*/ 4302269 h 4316269"/>
              <a:gd name="connsiteX3" fmla="*/ 3041101 w 11376487"/>
              <a:gd name="connsiteY3" fmla="*/ 4316269 h 4316269"/>
              <a:gd name="connsiteX4" fmla="*/ 3035588 w 11376487"/>
              <a:gd name="connsiteY4" fmla="*/ 2576080 h 4316269"/>
              <a:gd name="connsiteX5" fmla="*/ 1516293 w 11376487"/>
              <a:gd name="connsiteY5" fmla="*/ 2559193 h 4316269"/>
              <a:gd name="connsiteX6" fmla="*/ 6018674 w 11376487"/>
              <a:gd name="connsiteY6" fmla="*/ 4097655 h 4316269"/>
              <a:gd name="connsiteX7" fmla="*/ 10678217 w 11376487"/>
              <a:gd name="connsiteY7" fmla="*/ 4272654 h 4316269"/>
              <a:gd name="connsiteX8" fmla="*/ 10619771 w 11376487"/>
              <a:gd name="connsiteY8" fmla="*/ 2984875 h 4316269"/>
              <a:gd name="connsiteX9" fmla="*/ 11376487 w 11376487"/>
              <a:gd name="connsiteY9" fmla="*/ 2963487 h 4316269"/>
              <a:gd name="connsiteX0" fmla="*/ 0 w 11376487"/>
              <a:gd name="connsiteY0" fmla="*/ 22254 h 4316269"/>
              <a:gd name="connsiteX1" fmla="*/ 742257 w 11376487"/>
              <a:gd name="connsiteY1" fmla="*/ 0 h 4316269"/>
              <a:gd name="connsiteX2" fmla="*/ 745287 w 11376487"/>
              <a:gd name="connsiteY2" fmla="*/ 4302269 h 4316269"/>
              <a:gd name="connsiteX3" fmla="*/ 3041101 w 11376487"/>
              <a:gd name="connsiteY3" fmla="*/ 4316269 h 4316269"/>
              <a:gd name="connsiteX4" fmla="*/ 3035588 w 11376487"/>
              <a:gd name="connsiteY4" fmla="*/ 2576080 h 4316269"/>
              <a:gd name="connsiteX5" fmla="*/ 1516293 w 11376487"/>
              <a:gd name="connsiteY5" fmla="*/ 2559193 h 4316269"/>
              <a:gd name="connsiteX6" fmla="*/ 6071061 w 11376487"/>
              <a:gd name="connsiteY6" fmla="*/ 4307205 h 4316269"/>
              <a:gd name="connsiteX7" fmla="*/ 10678217 w 11376487"/>
              <a:gd name="connsiteY7" fmla="*/ 4272654 h 4316269"/>
              <a:gd name="connsiteX8" fmla="*/ 10619771 w 11376487"/>
              <a:gd name="connsiteY8" fmla="*/ 2984875 h 4316269"/>
              <a:gd name="connsiteX9" fmla="*/ 11376487 w 11376487"/>
              <a:gd name="connsiteY9" fmla="*/ 2963487 h 4316269"/>
              <a:gd name="connsiteX0" fmla="*/ 0 w 11376487"/>
              <a:gd name="connsiteY0" fmla="*/ 22254 h 4316269"/>
              <a:gd name="connsiteX1" fmla="*/ 742257 w 11376487"/>
              <a:gd name="connsiteY1" fmla="*/ 0 h 4316269"/>
              <a:gd name="connsiteX2" fmla="*/ 745287 w 11376487"/>
              <a:gd name="connsiteY2" fmla="*/ 4302269 h 4316269"/>
              <a:gd name="connsiteX3" fmla="*/ 3041101 w 11376487"/>
              <a:gd name="connsiteY3" fmla="*/ 4316269 h 4316269"/>
              <a:gd name="connsiteX4" fmla="*/ 3035588 w 11376487"/>
              <a:gd name="connsiteY4" fmla="*/ 2576080 h 4316269"/>
              <a:gd name="connsiteX5" fmla="*/ 1516293 w 11376487"/>
              <a:gd name="connsiteY5" fmla="*/ 2559193 h 4316269"/>
              <a:gd name="connsiteX6" fmla="*/ 1541923 w 11376487"/>
              <a:gd name="connsiteY6" fmla="*/ 868680 h 4316269"/>
              <a:gd name="connsiteX7" fmla="*/ 10678217 w 11376487"/>
              <a:gd name="connsiteY7" fmla="*/ 4272654 h 4316269"/>
              <a:gd name="connsiteX8" fmla="*/ 10619771 w 11376487"/>
              <a:gd name="connsiteY8" fmla="*/ 2984875 h 4316269"/>
              <a:gd name="connsiteX9" fmla="*/ 11376487 w 11376487"/>
              <a:gd name="connsiteY9" fmla="*/ 2963487 h 4316269"/>
              <a:gd name="connsiteX0" fmla="*/ 0 w 11376487"/>
              <a:gd name="connsiteY0" fmla="*/ 22254 h 4316269"/>
              <a:gd name="connsiteX1" fmla="*/ 742257 w 11376487"/>
              <a:gd name="connsiteY1" fmla="*/ 0 h 4316269"/>
              <a:gd name="connsiteX2" fmla="*/ 745287 w 11376487"/>
              <a:gd name="connsiteY2" fmla="*/ 4302269 h 4316269"/>
              <a:gd name="connsiteX3" fmla="*/ 3041101 w 11376487"/>
              <a:gd name="connsiteY3" fmla="*/ 4316269 h 4316269"/>
              <a:gd name="connsiteX4" fmla="*/ 3035588 w 11376487"/>
              <a:gd name="connsiteY4" fmla="*/ 2576080 h 4316269"/>
              <a:gd name="connsiteX5" fmla="*/ 1516293 w 11376487"/>
              <a:gd name="connsiteY5" fmla="*/ 2559193 h 4316269"/>
              <a:gd name="connsiteX6" fmla="*/ 1541923 w 11376487"/>
              <a:gd name="connsiteY6" fmla="*/ 868680 h 4316269"/>
              <a:gd name="connsiteX7" fmla="*/ 4995084 w 11376487"/>
              <a:gd name="connsiteY7" fmla="*/ 2160617 h 4316269"/>
              <a:gd name="connsiteX8" fmla="*/ 10678217 w 11376487"/>
              <a:gd name="connsiteY8" fmla="*/ 4272654 h 4316269"/>
              <a:gd name="connsiteX9" fmla="*/ 10619771 w 11376487"/>
              <a:gd name="connsiteY9" fmla="*/ 2984875 h 4316269"/>
              <a:gd name="connsiteX10" fmla="*/ 11376487 w 11376487"/>
              <a:gd name="connsiteY10" fmla="*/ 2963487 h 4316269"/>
              <a:gd name="connsiteX0" fmla="*/ 0 w 11376487"/>
              <a:gd name="connsiteY0" fmla="*/ 22254 h 4316269"/>
              <a:gd name="connsiteX1" fmla="*/ 742257 w 11376487"/>
              <a:gd name="connsiteY1" fmla="*/ 0 h 4316269"/>
              <a:gd name="connsiteX2" fmla="*/ 745287 w 11376487"/>
              <a:gd name="connsiteY2" fmla="*/ 4302269 h 4316269"/>
              <a:gd name="connsiteX3" fmla="*/ 3041101 w 11376487"/>
              <a:gd name="connsiteY3" fmla="*/ 4316269 h 4316269"/>
              <a:gd name="connsiteX4" fmla="*/ 3035588 w 11376487"/>
              <a:gd name="connsiteY4" fmla="*/ 2576080 h 4316269"/>
              <a:gd name="connsiteX5" fmla="*/ 1516293 w 11376487"/>
              <a:gd name="connsiteY5" fmla="*/ 2559193 h 4316269"/>
              <a:gd name="connsiteX6" fmla="*/ 1541923 w 11376487"/>
              <a:gd name="connsiteY6" fmla="*/ 868680 h 4316269"/>
              <a:gd name="connsiteX7" fmla="*/ 3780646 w 11376487"/>
              <a:gd name="connsiteY7" fmla="*/ 860455 h 4316269"/>
              <a:gd name="connsiteX8" fmla="*/ 10678217 w 11376487"/>
              <a:gd name="connsiteY8" fmla="*/ 4272654 h 4316269"/>
              <a:gd name="connsiteX9" fmla="*/ 10619771 w 11376487"/>
              <a:gd name="connsiteY9" fmla="*/ 2984875 h 4316269"/>
              <a:gd name="connsiteX10" fmla="*/ 11376487 w 11376487"/>
              <a:gd name="connsiteY10" fmla="*/ 2963487 h 4316269"/>
              <a:gd name="connsiteX0" fmla="*/ 0 w 11376487"/>
              <a:gd name="connsiteY0" fmla="*/ 22254 h 4316269"/>
              <a:gd name="connsiteX1" fmla="*/ 742257 w 11376487"/>
              <a:gd name="connsiteY1" fmla="*/ 0 h 4316269"/>
              <a:gd name="connsiteX2" fmla="*/ 745287 w 11376487"/>
              <a:gd name="connsiteY2" fmla="*/ 4302269 h 4316269"/>
              <a:gd name="connsiteX3" fmla="*/ 3041101 w 11376487"/>
              <a:gd name="connsiteY3" fmla="*/ 4316269 h 4316269"/>
              <a:gd name="connsiteX4" fmla="*/ 3035588 w 11376487"/>
              <a:gd name="connsiteY4" fmla="*/ 2576080 h 4316269"/>
              <a:gd name="connsiteX5" fmla="*/ 1516293 w 11376487"/>
              <a:gd name="connsiteY5" fmla="*/ 2559193 h 4316269"/>
              <a:gd name="connsiteX6" fmla="*/ 1541923 w 11376487"/>
              <a:gd name="connsiteY6" fmla="*/ 868680 h 4316269"/>
              <a:gd name="connsiteX7" fmla="*/ 3780646 w 11376487"/>
              <a:gd name="connsiteY7" fmla="*/ 860455 h 4316269"/>
              <a:gd name="connsiteX8" fmla="*/ 5833284 w 11376487"/>
              <a:gd name="connsiteY8" fmla="*/ 1874867 h 4316269"/>
              <a:gd name="connsiteX9" fmla="*/ 10678217 w 11376487"/>
              <a:gd name="connsiteY9" fmla="*/ 4272654 h 4316269"/>
              <a:gd name="connsiteX10" fmla="*/ 10619771 w 11376487"/>
              <a:gd name="connsiteY10" fmla="*/ 2984875 h 4316269"/>
              <a:gd name="connsiteX11" fmla="*/ 11376487 w 11376487"/>
              <a:gd name="connsiteY11" fmla="*/ 2963487 h 4316269"/>
              <a:gd name="connsiteX0" fmla="*/ 0 w 11376487"/>
              <a:gd name="connsiteY0" fmla="*/ 22254 h 4316269"/>
              <a:gd name="connsiteX1" fmla="*/ 742257 w 11376487"/>
              <a:gd name="connsiteY1" fmla="*/ 0 h 4316269"/>
              <a:gd name="connsiteX2" fmla="*/ 745287 w 11376487"/>
              <a:gd name="connsiteY2" fmla="*/ 4302269 h 4316269"/>
              <a:gd name="connsiteX3" fmla="*/ 3041101 w 11376487"/>
              <a:gd name="connsiteY3" fmla="*/ 4316269 h 4316269"/>
              <a:gd name="connsiteX4" fmla="*/ 3035588 w 11376487"/>
              <a:gd name="connsiteY4" fmla="*/ 2576080 h 4316269"/>
              <a:gd name="connsiteX5" fmla="*/ 1516293 w 11376487"/>
              <a:gd name="connsiteY5" fmla="*/ 2559193 h 4316269"/>
              <a:gd name="connsiteX6" fmla="*/ 1541923 w 11376487"/>
              <a:gd name="connsiteY6" fmla="*/ 868680 h 4316269"/>
              <a:gd name="connsiteX7" fmla="*/ 3780646 w 11376487"/>
              <a:gd name="connsiteY7" fmla="*/ 860455 h 4316269"/>
              <a:gd name="connsiteX8" fmla="*/ 3823509 w 11376487"/>
              <a:gd name="connsiteY8" fmla="*/ 4279930 h 4316269"/>
              <a:gd name="connsiteX9" fmla="*/ 10678217 w 11376487"/>
              <a:gd name="connsiteY9" fmla="*/ 4272654 h 4316269"/>
              <a:gd name="connsiteX10" fmla="*/ 10619771 w 11376487"/>
              <a:gd name="connsiteY10" fmla="*/ 2984875 h 4316269"/>
              <a:gd name="connsiteX11" fmla="*/ 11376487 w 11376487"/>
              <a:gd name="connsiteY11" fmla="*/ 2963487 h 4316269"/>
              <a:gd name="connsiteX0" fmla="*/ 0 w 11376487"/>
              <a:gd name="connsiteY0" fmla="*/ 22254 h 4316269"/>
              <a:gd name="connsiteX1" fmla="*/ 742257 w 11376487"/>
              <a:gd name="connsiteY1" fmla="*/ 0 h 4316269"/>
              <a:gd name="connsiteX2" fmla="*/ 745287 w 11376487"/>
              <a:gd name="connsiteY2" fmla="*/ 4302269 h 4316269"/>
              <a:gd name="connsiteX3" fmla="*/ 3041101 w 11376487"/>
              <a:gd name="connsiteY3" fmla="*/ 4316269 h 4316269"/>
              <a:gd name="connsiteX4" fmla="*/ 3035588 w 11376487"/>
              <a:gd name="connsiteY4" fmla="*/ 2576080 h 4316269"/>
              <a:gd name="connsiteX5" fmla="*/ 1516293 w 11376487"/>
              <a:gd name="connsiteY5" fmla="*/ 2559193 h 4316269"/>
              <a:gd name="connsiteX6" fmla="*/ 1541923 w 11376487"/>
              <a:gd name="connsiteY6" fmla="*/ 868680 h 4316269"/>
              <a:gd name="connsiteX7" fmla="*/ 3780646 w 11376487"/>
              <a:gd name="connsiteY7" fmla="*/ 860455 h 4316269"/>
              <a:gd name="connsiteX8" fmla="*/ 3823509 w 11376487"/>
              <a:gd name="connsiteY8" fmla="*/ 4279930 h 4316269"/>
              <a:gd name="connsiteX9" fmla="*/ 10649642 w 11376487"/>
              <a:gd name="connsiteY9" fmla="*/ 3667816 h 4316269"/>
              <a:gd name="connsiteX10" fmla="*/ 10619771 w 11376487"/>
              <a:gd name="connsiteY10" fmla="*/ 2984875 h 4316269"/>
              <a:gd name="connsiteX11" fmla="*/ 11376487 w 11376487"/>
              <a:gd name="connsiteY11" fmla="*/ 2963487 h 4316269"/>
              <a:gd name="connsiteX0" fmla="*/ 0 w 11376487"/>
              <a:gd name="connsiteY0" fmla="*/ 22254 h 4316269"/>
              <a:gd name="connsiteX1" fmla="*/ 742257 w 11376487"/>
              <a:gd name="connsiteY1" fmla="*/ 0 h 4316269"/>
              <a:gd name="connsiteX2" fmla="*/ 745287 w 11376487"/>
              <a:gd name="connsiteY2" fmla="*/ 4302269 h 4316269"/>
              <a:gd name="connsiteX3" fmla="*/ 3041101 w 11376487"/>
              <a:gd name="connsiteY3" fmla="*/ 4316269 h 4316269"/>
              <a:gd name="connsiteX4" fmla="*/ 3035588 w 11376487"/>
              <a:gd name="connsiteY4" fmla="*/ 2576080 h 4316269"/>
              <a:gd name="connsiteX5" fmla="*/ 1516293 w 11376487"/>
              <a:gd name="connsiteY5" fmla="*/ 2559193 h 4316269"/>
              <a:gd name="connsiteX6" fmla="*/ 1541923 w 11376487"/>
              <a:gd name="connsiteY6" fmla="*/ 868680 h 4316269"/>
              <a:gd name="connsiteX7" fmla="*/ 3780646 w 11376487"/>
              <a:gd name="connsiteY7" fmla="*/ 860455 h 4316269"/>
              <a:gd name="connsiteX8" fmla="*/ 3823509 w 11376487"/>
              <a:gd name="connsiteY8" fmla="*/ 4279930 h 4316269"/>
              <a:gd name="connsiteX9" fmla="*/ 9990946 w 11376487"/>
              <a:gd name="connsiteY9" fmla="*/ 3727479 h 4316269"/>
              <a:gd name="connsiteX10" fmla="*/ 10649642 w 11376487"/>
              <a:gd name="connsiteY10" fmla="*/ 3667816 h 4316269"/>
              <a:gd name="connsiteX11" fmla="*/ 10619771 w 11376487"/>
              <a:gd name="connsiteY11" fmla="*/ 2984875 h 4316269"/>
              <a:gd name="connsiteX12" fmla="*/ 11376487 w 11376487"/>
              <a:gd name="connsiteY12" fmla="*/ 2963487 h 4316269"/>
              <a:gd name="connsiteX0" fmla="*/ 0 w 11376487"/>
              <a:gd name="connsiteY0" fmla="*/ 22254 h 4316269"/>
              <a:gd name="connsiteX1" fmla="*/ 742257 w 11376487"/>
              <a:gd name="connsiteY1" fmla="*/ 0 h 4316269"/>
              <a:gd name="connsiteX2" fmla="*/ 745287 w 11376487"/>
              <a:gd name="connsiteY2" fmla="*/ 4302269 h 4316269"/>
              <a:gd name="connsiteX3" fmla="*/ 3041101 w 11376487"/>
              <a:gd name="connsiteY3" fmla="*/ 4316269 h 4316269"/>
              <a:gd name="connsiteX4" fmla="*/ 3035588 w 11376487"/>
              <a:gd name="connsiteY4" fmla="*/ 2576080 h 4316269"/>
              <a:gd name="connsiteX5" fmla="*/ 1516293 w 11376487"/>
              <a:gd name="connsiteY5" fmla="*/ 2559193 h 4316269"/>
              <a:gd name="connsiteX6" fmla="*/ 1541923 w 11376487"/>
              <a:gd name="connsiteY6" fmla="*/ 868680 h 4316269"/>
              <a:gd name="connsiteX7" fmla="*/ 3780646 w 11376487"/>
              <a:gd name="connsiteY7" fmla="*/ 860455 h 4316269"/>
              <a:gd name="connsiteX8" fmla="*/ 3823509 w 11376487"/>
              <a:gd name="connsiteY8" fmla="*/ 4279930 h 4316269"/>
              <a:gd name="connsiteX9" fmla="*/ 9895696 w 11376487"/>
              <a:gd name="connsiteY9" fmla="*/ 3675092 h 4316269"/>
              <a:gd name="connsiteX10" fmla="*/ 10649642 w 11376487"/>
              <a:gd name="connsiteY10" fmla="*/ 3667816 h 4316269"/>
              <a:gd name="connsiteX11" fmla="*/ 10619771 w 11376487"/>
              <a:gd name="connsiteY11" fmla="*/ 2984875 h 4316269"/>
              <a:gd name="connsiteX12" fmla="*/ 11376487 w 11376487"/>
              <a:gd name="connsiteY12" fmla="*/ 2963487 h 4316269"/>
              <a:gd name="connsiteX0" fmla="*/ 0 w 11376487"/>
              <a:gd name="connsiteY0" fmla="*/ 22254 h 4316269"/>
              <a:gd name="connsiteX1" fmla="*/ 742257 w 11376487"/>
              <a:gd name="connsiteY1" fmla="*/ 0 h 4316269"/>
              <a:gd name="connsiteX2" fmla="*/ 745287 w 11376487"/>
              <a:gd name="connsiteY2" fmla="*/ 4302269 h 4316269"/>
              <a:gd name="connsiteX3" fmla="*/ 3041101 w 11376487"/>
              <a:gd name="connsiteY3" fmla="*/ 4316269 h 4316269"/>
              <a:gd name="connsiteX4" fmla="*/ 3035588 w 11376487"/>
              <a:gd name="connsiteY4" fmla="*/ 2576080 h 4316269"/>
              <a:gd name="connsiteX5" fmla="*/ 1516293 w 11376487"/>
              <a:gd name="connsiteY5" fmla="*/ 2559193 h 4316269"/>
              <a:gd name="connsiteX6" fmla="*/ 1541923 w 11376487"/>
              <a:gd name="connsiteY6" fmla="*/ 868680 h 4316269"/>
              <a:gd name="connsiteX7" fmla="*/ 3780646 w 11376487"/>
              <a:gd name="connsiteY7" fmla="*/ 860455 h 4316269"/>
              <a:gd name="connsiteX8" fmla="*/ 3823509 w 11376487"/>
              <a:gd name="connsiteY8" fmla="*/ 4279930 h 4316269"/>
              <a:gd name="connsiteX9" fmla="*/ 9276571 w 11376487"/>
              <a:gd name="connsiteY9" fmla="*/ 3737004 h 4316269"/>
              <a:gd name="connsiteX10" fmla="*/ 9895696 w 11376487"/>
              <a:gd name="connsiteY10" fmla="*/ 3675092 h 4316269"/>
              <a:gd name="connsiteX11" fmla="*/ 10649642 w 11376487"/>
              <a:gd name="connsiteY11" fmla="*/ 3667816 h 4316269"/>
              <a:gd name="connsiteX12" fmla="*/ 10619771 w 11376487"/>
              <a:gd name="connsiteY12" fmla="*/ 2984875 h 4316269"/>
              <a:gd name="connsiteX13" fmla="*/ 11376487 w 11376487"/>
              <a:gd name="connsiteY13" fmla="*/ 2963487 h 4316269"/>
              <a:gd name="connsiteX0" fmla="*/ 0 w 11376487"/>
              <a:gd name="connsiteY0" fmla="*/ 22254 h 4316269"/>
              <a:gd name="connsiteX1" fmla="*/ 742257 w 11376487"/>
              <a:gd name="connsiteY1" fmla="*/ 0 h 4316269"/>
              <a:gd name="connsiteX2" fmla="*/ 745287 w 11376487"/>
              <a:gd name="connsiteY2" fmla="*/ 4302269 h 4316269"/>
              <a:gd name="connsiteX3" fmla="*/ 3041101 w 11376487"/>
              <a:gd name="connsiteY3" fmla="*/ 4316269 h 4316269"/>
              <a:gd name="connsiteX4" fmla="*/ 3035588 w 11376487"/>
              <a:gd name="connsiteY4" fmla="*/ 2576080 h 4316269"/>
              <a:gd name="connsiteX5" fmla="*/ 1516293 w 11376487"/>
              <a:gd name="connsiteY5" fmla="*/ 2559193 h 4316269"/>
              <a:gd name="connsiteX6" fmla="*/ 1541923 w 11376487"/>
              <a:gd name="connsiteY6" fmla="*/ 868680 h 4316269"/>
              <a:gd name="connsiteX7" fmla="*/ 3780646 w 11376487"/>
              <a:gd name="connsiteY7" fmla="*/ 860455 h 4316269"/>
              <a:gd name="connsiteX8" fmla="*/ 3823509 w 11376487"/>
              <a:gd name="connsiteY8" fmla="*/ 4279930 h 4316269"/>
              <a:gd name="connsiteX9" fmla="*/ 9886171 w 11376487"/>
              <a:gd name="connsiteY9" fmla="*/ 4270404 h 4316269"/>
              <a:gd name="connsiteX10" fmla="*/ 9895696 w 11376487"/>
              <a:gd name="connsiteY10" fmla="*/ 3675092 h 4316269"/>
              <a:gd name="connsiteX11" fmla="*/ 10649642 w 11376487"/>
              <a:gd name="connsiteY11" fmla="*/ 3667816 h 4316269"/>
              <a:gd name="connsiteX12" fmla="*/ 10619771 w 11376487"/>
              <a:gd name="connsiteY12" fmla="*/ 2984875 h 4316269"/>
              <a:gd name="connsiteX13" fmla="*/ 11376487 w 11376487"/>
              <a:gd name="connsiteY13" fmla="*/ 2963487 h 4316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376487" h="4316269">
                <a:moveTo>
                  <a:pt x="0" y="22254"/>
                </a:moveTo>
                <a:lnTo>
                  <a:pt x="742257" y="0"/>
                </a:lnTo>
                <a:lnTo>
                  <a:pt x="745287" y="4302269"/>
                </a:lnTo>
                <a:lnTo>
                  <a:pt x="3041101" y="4316269"/>
                </a:lnTo>
                <a:cubicBezTo>
                  <a:pt x="3040851" y="3756843"/>
                  <a:pt x="3035838" y="3135506"/>
                  <a:pt x="3035588" y="2576080"/>
                </a:cubicBezTo>
                <a:lnTo>
                  <a:pt x="1516293" y="2559193"/>
                </a:lnTo>
                <a:cubicBezTo>
                  <a:pt x="1513724" y="2779914"/>
                  <a:pt x="1544492" y="647959"/>
                  <a:pt x="1541923" y="868680"/>
                </a:cubicBezTo>
                <a:lnTo>
                  <a:pt x="3780646" y="860455"/>
                </a:lnTo>
                <a:lnTo>
                  <a:pt x="3823509" y="4279930"/>
                </a:lnTo>
                <a:lnTo>
                  <a:pt x="9886171" y="4270404"/>
                </a:lnTo>
                <a:lnTo>
                  <a:pt x="9895696" y="3675092"/>
                </a:lnTo>
                <a:lnTo>
                  <a:pt x="10649642" y="3667816"/>
                </a:lnTo>
                <a:lnTo>
                  <a:pt x="10619771" y="2984875"/>
                </a:lnTo>
                <a:lnTo>
                  <a:pt x="11376487" y="2963487"/>
                </a:lnTo>
              </a:path>
            </a:pathLst>
          </a:cu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F8DB04F4-12BA-029C-4233-E86B33E3AE8F}"/>
              </a:ext>
            </a:extLst>
          </p:cNvPr>
          <p:cNvSpPr/>
          <p:nvPr/>
        </p:nvSpPr>
        <p:spPr>
          <a:xfrm>
            <a:off x="391303" y="860713"/>
            <a:ext cx="11371725" cy="2585344"/>
          </a:xfrm>
          <a:custGeom>
            <a:avLst/>
            <a:gdLst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0678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398222 w 10241280"/>
              <a:gd name="connsiteY4" fmla="*/ 492944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331720 w 10241280"/>
              <a:gd name="connsiteY3" fmla="*/ 446393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35200 w 10241280"/>
              <a:gd name="connsiteY3" fmla="*/ 4469015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8129848 w 10241280"/>
              <a:gd name="connsiteY8" fmla="*/ 4792287 h 5370022"/>
              <a:gd name="connsiteX9" fmla="*/ 10241280 w 10241280"/>
              <a:gd name="connsiteY9" fmla="*/ 4796444 h 5370022"/>
              <a:gd name="connsiteX0" fmla="*/ 1126375 w 10241280"/>
              <a:gd name="connsiteY0" fmla="*/ 0 h 5370022"/>
              <a:gd name="connsiteX1" fmla="*/ 20782 w 10241280"/>
              <a:gd name="connsiteY1" fmla="*/ 1916084 h 5370022"/>
              <a:gd name="connsiteX2" fmla="*/ 0 w 10241280"/>
              <a:gd name="connsiteY2" fmla="*/ 4451465 h 5370022"/>
              <a:gd name="connsiteX3" fmla="*/ 2268451 w 10241280"/>
              <a:gd name="connsiteY3" fmla="*/ 4489797 h 5370022"/>
              <a:gd name="connsiteX4" fmla="*/ 2281382 w 10241280"/>
              <a:gd name="connsiteY4" fmla="*/ 4868487 h 5370022"/>
              <a:gd name="connsiteX5" fmla="*/ 4127269 w 10241280"/>
              <a:gd name="connsiteY5" fmla="*/ 4871258 h 5370022"/>
              <a:gd name="connsiteX6" fmla="*/ 4110644 w 10241280"/>
              <a:gd name="connsiteY6" fmla="*/ 5370022 h 5370022"/>
              <a:gd name="connsiteX7" fmla="*/ 8121535 w 10241280"/>
              <a:gd name="connsiteY7" fmla="*/ 5365865 h 5370022"/>
              <a:gd name="connsiteX8" fmla="*/ 9106594 w 10241280"/>
              <a:gd name="connsiteY8" fmla="*/ 4788130 h 5370022"/>
              <a:gd name="connsiteX9" fmla="*/ 10241280 w 10241280"/>
              <a:gd name="connsiteY9" fmla="*/ 4796444 h 5370022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06594 w 10241280"/>
              <a:gd name="connsiteY8" fmla="*/ 4788130 h 5764875"/>
              <a:gd name="connsiteX9" fmla="*/ 10241280 w 10241280"/>
              <a:gd name="connsiteY9" fmla="*/ 4796444 h 5764875"/>
              <a:gd name="connsiteX0" fmla="*/ 1126375 w 10241280"/>
              <a:gd name="connsiteY0" fmla="*/ 0 h 5764875"/>
              <a:gd name="connsiteX1" fmla="*/ 20782 w 10241280"/>
              <a:gd name="connsiteY1" fmla="*/ 1916084 h 5764875"/>
              <a:gd name="connsiteX2" fmla="*/ 0 w 10241280"/>
              <a:gd name="connsiteY2" fmla="*/ 4451465 h 5764875"/>
              <a:gd name="connsiteX3" fmla="*/ 2268451 w 10241280"/>
              <a:gd name="connsiteY3" fmla="*/ 4489797 h 5764875"/>
              <a:gd name="connsiteX4" fmla="*/ 2281382 w 10241280"/>
              <a:gd name="connsiteY4" fmla="*/ 4868487 h 5764875"/>
              <a:gd name="connsiteX5" fmla="*/ 4127269 w 10241280"/>
              <a:gd name="connsiteY5" fmla="*/ 4871258 h 5764875"/>
              <a:gd name="connsiteX6" fmla="*/ 4110644 w 10241280"/>
              <a:gd name="connsiteY6" fmla="*/ 5370022 h 5764875"/>
              <a:gd name="connsiteX7" fmla="*/ 9089968 w 10241280"/>
              <a:gd name="connsiteY7" fmla="*/ 5764875 h 5764875"/>
              <a:gd name="connsiteX8" fmla="*/ 9131533 w 10241280"/>
              <a:gd name="connsiteY8" fmla="*/ 5124796 h 5764875"/>
              <a:gd name="connsiteX9" fmla="*/ 10241280 w 10241280"/>
              <a:gd name="connsiteY9" fmla="*/ 4796444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4110644 w 10245437"/>
              <a:gd name="connsiteY6" fmla="*/ 5370022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4127269 w 10245437"/>
              <a:gd name="connsiteY5" fmla="*/ 4871258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2281382 w 10245437"/>
              <a:gd name="connsiteY4" fmla="*/ 4868487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2268451 w 10245437"/>
              <a:gd name="connsiteY3" fmla="*/ 4489797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420688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3399905 w 10245437"/>
              <a:gd name="connsiteY5" fmla="*/ 5137265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64875"/>
              <a:gd name="connsiteX1" fmla="*/ 20782 w 10245437"/>
              <a:gd name="connsiteY1" fmla="*/ 1916084 h 5764875"/>
              <a:gd name="connsiteX2" fmla="*/ 0 w 10245437"/>
              <a:gd name="connsiteY2" fmla="*/ 4451465 h 5764875"/>
              <a:gd name="connsiteX3" fmla="*/ 1133764 w 10245437"/>
              <a:gd name="connsiteY3" fmla="*/ 4460703 h 5764875"/>
              <a:gd name="connsiteX4" fmla="*/ 1142538 w 10245437"/>
              <a:gd name="connsiteY4" fmla="*/ 5130338 h 5764875"/>
              <a:gd name="connsiteX5" fmla="*/ 4585768 w 10245437"/>
              <a:gd name="connsiteY5" fmla="*/ 5132502 h 5764875"/>
              <a:gd name="connsiteX6" fmla="*/ 3387437 w 10245437"/>
              <a:gd name="connsiteY6" fmla="*/ 5756564 h 5764875"/>
              <a:gd name="connsiteX7" fmla="*/ 9089968 w 10245437"/>
              <a:gd name="connsiteY7" fmla="*/ 5764875 h 5764875"/>
              <a:gd name="connsiteX8" fmla="*/ 9131533 w 10245437"/>
              <a:gd name="connsiteY8" fmla="*/ 5124796 h 5764875"/>
              <a:gd name="connsiteX9" fmla="*/ 10245437 w 10245437"/>
              <a:gd name="connsiteY9" fmla="*/ 5108171 h 5764875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585768 w 10245437"/>
              <a:gd name="connsiteY5" fmla="*/ 5132502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94664"/>
              <a:gd name="connsiteX1" fmla="*/ 20782 w 10245437"/>
              <a:gd name="connsiteY1" fmla="*/ 1916084 h 5794664"/>
              <a:gd name="connsiteX2" fmla="*/ 0 w 10245437"/>
              <a:gd name="connsiteY2" fmla="*/ 4451465 h 5794664"/>
              <a:gd name="connsiteX3" fmla="*/ 1133764 w 10245437"/>
              <a:gd name="connsiteY3" fmla="*/ 4460703 h 5794664"/>
              <a:gd name="connsiteX4" fmla="*/ 1142538 w 10245437"/>
              <a:gd name="connsiteY4" fmla="*/ 5130338 h 5794664"/>
              <a:gd name="connsiteX5" fmla="*/ 4852468 w 10245437"/>
              <a:gd name="connsiteY5" fmla="*/ 5137264 h 5794664"/>
              <a:gd name="connsiteX6" fmla="*/ 4578062 w 10245437"/>
              <a:gd name="connsiteY6" fmla="*/ 5794664 h 5794664"/>
              <a:gd name="connsiteX7" fmla="*/ 9089968 w 10245437"/>
              <a:gd name="connsiteY7" fmla="*/ 5764875 h 5794664"/>
              <a:gd name="connsiteX8" fmla="*/ 9131533 w 10245437"/>
              <a:gd name="connsiteY8" fmla="*/ 5124796 h 5794664"/>
              <a:gd name="connsiteX9" fmla="*/ 10245437 w 10245437"/>
              <a:gd name="connsiteY9" fmla="*/ 5108171 h 5794664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52468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315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3433 w 10245437"/>
              <a:gd name="connsiteY8" fmla="*/ 5124796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107721 w 10245437"/>
              <a:gd name="connsiteY8" fmla="*/ 5100983 h 5789901"/>
              <a:gd name="connsiteX9" fmla="*/ 10245437 w 10245437"/>
              <a:gd name="connsiteY9" fmla="*/ 5108171 h 5789901"/>
              <a:gd name="connsiteX0" fmla="*/ 1126375 w 10245437"/>
              <a:gd name="connsiteY0" fmla="*/ 0 h 5789901"/>
              <a:gd name="connsiteX1" fmla="*/ 20782 w 10245437"/>
              <a:gd name="connsiteY1" fmla="*/ 1916084 h 5789901"/>
              <a:gd name="connsiteX2" fmla="*/ 0 w 10245437"/>
              <a:gd name="connsiteY2" fmla="*/ 4451465 h 5789901"/>
              <a:gd name="connsiteX3" fmla="*/ 1133764 w 10245437"/>
              <a:gd name="connsiteY3" fmla="*/ 4460703 h 5789901"/>
              <a:gd name="connsiteX4" fmla="*/ 1142538 w 10245437"/>
              <a:gd name="connsiteY4" fmla="*/ 5130338 h 5789901"/>
              <a:gd name="connsiteX5" fmla="*/ 4876281 w 10245437"/>
              <a:gd name="connsiteY5" fmla="*/ 5137264 h 5789901"/>
              <a:gd name="connsiteX6" fmla="*/ 4873337 w 10245437"/>
              <a:gd name="connsiteY6" fmla="*/ 5789901 h 5789901"/>
              <a:gd name="connsiteX7" fmla="*/ 9089968 w 10245437"/>
              <a:gd name="connsiteY7" fmla="*/ 5764875 h 5789901"/>
              <a:gd name="connsiteX8" fmla="*/ 9098196 w 10245437"/>
              <a:gd name="connsiteY8" fmla="*/ 5124796 h 5789901"/>
              <a:gd name="connsiteX9" fmla="*/ 10245437 w 10245437"/>
              <a:gd name="connsiteY9" fmla="*/ 5108171 h 5789901"/>
              <a:gd name="connsiteX0" fmla="*/ 0 w 11400300"/>
              <a:gd name="connsiteY0" fmla="*/ 0 h 5356513"/>
              <a:gd name="connsiteX1" fmla="*/ 1175645 w 11400300"/>
              <a:gd name="connsiteY1" fmla="*/ 1482696 h 5356513"/>
              <a:gd name="connsiteX2" fmla="*/ 1154863 w 11400300"/>
              <a:gd name="connsiteY2" fmla="*/ 4018077 h 5356513"/>
              <a:gd name="connsiteX3" fmla="*/ 2288627 w 11400300"/>
              <a:gd name="connsiteY3" fmla="*/ 4027315 h 5356513"/>
              <a:gd name="connsiteX4" fmla="*/ 2297401 w 11400300"/>
              <a:gd name="connsiteY4" fmla="*/ 4696950 h 5356513"/>
              <a:gd name="connsiteX5" fmla="*/ 6031144 w 11400300"/>
              <a:gd name="connsiteY5" fmla="*/ 4703876 h 5356513"/>
              <a:gd name="connsiteX6" fmla="*/ 6028200 w 11400300"/>
              <a:gd name="connsiteY6" fmla="*/ 5356513 h 5356513"/>
              <a:gd name="connsiteX7" fmla="*/ 10244831 w 11400300"/>
              <a:gd name="connsiteY7" fmla="*/ 5331487 h 5356513"/>
              <a:gd name="connsiteX8" fmla="*/ 10253059 w 11400300"/>
              <a:gd name="connsiteY8" fmla="*/ 4691408 h 5356513"/>
              <a:gd name="connsiteX9" fmla="*/ 11400300 w 11400300"/>
              <a:gd name="connsiteY9" fmla="*/ 4674783 h 5356513"/>
              <a:gd name="connsiteX0" fmla="*/ 0 w 11371725"/>
              <a:gd name="connsiteY0" fmla="*/ 0 h 5356513"/>
              <a:gd name="connsiteX1" fmla="*/ 1175645 w 11371725"/>
              <a:gd name="connsiteY1" fmla="*/ 1482696 h 5356513"/>
              <a:gd name="connsiteX2" fmla="*/ 1154863 w 11371725"/>
              <a:gd name="connsiteY2" fmla="*/ 4018077 h 5356513"/>
              <a:gd name="connsiteX3" fmla="*/ 2288627 w 11371725"/>
              <a:gd name="connsiteY3" fmla="*/ 4027315 h 5356513"/>
              <a:gd name="connsiteX4" fmla="*/ 2297401 w 11371725"/>
              <a:gd name="connsiteY4" fmla="*/ 4696950 h 5356513"/>
              <a:gd name="connsiteX5" fmla="*/ 6031144 w 11371725"/>
              <a:gd name="connsiteY5" fmla="*/ 4703876 h 5356513"/>
              <a:gd name="connsiteX6" fmla="*/ 6028200 w 11371725"/>
              <a:gd name="connsiteY6" fmla="*/ 5356513 h 5356513"/>
              <a:gd name="connsiteX7" fmla="*/ 10244831 w 11371725"/>
              <a:gd name="connsiteY7" fmla="*/ 5331487 h 5356513"/>
              <a:gd name="connsiteX8" fmla="*/ 10253059 w 11371725"/>
              <a:gd name="connsiteY8" fmla="*/ 4691408 h 5356513"/>
              <a:gd name="connsiteX9" fmla="*/ 11371725 w 11371725"/>
              <a:gd name="connsiteY9" fmla="*/ 2555470 h 5356513"/>
              <a:gd name="connsiteX0" fmla="*/ 0 w 11371725"/>
              <a:gd name="connsiteY0" fmla="*/ 0 h 5356513"/>
              <a:gd name="connsiteX1" fmla="*/ 1175645 w 11371725"/>
              <a:gd name="connsiteY1" fmla="*/ 1482696 h 5356513"/>
              <a:gd name="connsiteX2" fmla="*/ 1154863 w 11371725"/>
              <a:gd name="connsiteY2" fmla="*/ 4018077 h 5356513"/>
              <a:gd name="connsiteX3" fmla="*/ 2288627 w 11371725"/>
              <a:gd name="connsiteY3" fmla="*/ 4027315 h 5356513"/>
              <a:gd name="connsiteX4" fmla="*/ 2297401 w 11371725"/>
              <a:gd name="connsiteY4" fmla="*/ 4696950 h 5356513"/>
              <a:gd name="connsiteX5" fmla="*/ 6031144 w 11371725"/>
              <a:gd name="connsiteY5" fmla="*/ 4703876 h 5356513"/>
              <a:gd name="connsiteX6" fmla="*/ 6028200 w 11371725"/>
              <a:gd name="connsiteY6" fmla="*/ 5356513 h 5356513"/>
              <a:gd name="connsiteX7" fmla="*/ 10244831 w 11371725"/>
              <a:gd name="connsiteY7" fmla="*/ 5331487 h 5356513"/>
              <a:gd name="connsiteX8" fmla="*/ 9895871 w 11371725"/>
              <a:gd name="connsiteY8" fmla="*/ 2524470 h 5356513"/>
              <a:gd name="connsiteX9" fmla="*/ 11371725 w 11371725"/>
              <a:gd name="connsiteY9" fmla="*/ 2555470 h 5356513"/>
              <a:gd name="connsiteX0" fmla="*/ 0 w 11371725"/>
              <a:gd name="connsiteY0" fmla="*/ 0 h 5356513"/>
              <a:gd name="connsiteX1" fmla="*/ 1175645 w 11371725"/>
              <a:gd name="connsiteY1" fmla="*/ 1482696 h 5356513"/>
              <a:gd name="connsiteX2" fmla="*/ 1154863 w 11371725"/>
              <a:gd name="connsiteY2" fmla="*/ 4018077 h 5356513"/>
              <a:gd name="connsiteX3" fmla="*/ 2288627 w 11371725"/>
              <a:gd name="connsiteY3" fmla="*/ 4027315 h 5356513"/>
              <a:gd name="connsiteX4" fmla="*/ 2297401 w 11371725"/>
              <a:gd name="connsiteY4" fmla="*/ 4696950 h 5356513"/>
              <a:gd name="connsiteX5" fmla="*/ 6031144 w 11371725"/>
              <a:gd name="connsiteY5" fmla="*/ 4703876 h 5356513"/>
              <a:gd name="connsiteX6" fmla="*/ 6028200 w 11371725"/>
              <a:gd name="connsiteY6" fmla="*/ 5356513 h 5356513"/>
              <a:gd name="connsiteX7" fmla="*/ 9111356 w 11371725"/>
              <a:gd name="connsiteY7" fmla="*/ 430875 h 5356513"/>
              <a:gd name="connsiteX8" fmla="*/ 9895871 w 11371725"/>
              <a:gd name="connsiteY8" fmla="*/ 2524470 h 5356513"/>
              <a:gd name="connsiteX9" fmla="*/ 11371725 w 11371725"/>
              <a:gd name="connsiteY9" fmla="*/ 2555470 h 5356513"/>
              <a:gd name="connsiteX0" fmla="*/ 0 w 11371725"/>
              <a:gd name="connsiteY0" fmla="*/ 36740 h 4747482"/>
              <a:gd name="connsiteX1" fmla="*/ 1175645 w 11371725"/>
              <a:gd name="connsiteY1" fmla="*/ 1519436 h 4747482"/>
              <a:gd name="connsiteX2" fmla="*/ 1154863 w 11371725"/>
              <a:gd name="connsiteY2" fmla="*/ 4054817 h 4747482"/>
              <a:gd name="connsiteX3" fmla="*/ 2288627 w 11371725"/>
              <a:gd name="connsiteY3" fmla="*/ 4064055 h 4747482"/>
              <a:gd name="connsiteX4" fmla="*/ 2297401 w 11371725"/>
              <a:gd name="connsiteY4" fmla="*/ 4733690 h 4747482"/>
              <a:gd name="connsiteX5" fmla="*/ 6031144 w 11371725"/>
              <a:gd name="connsiteY5" fmla="*/ 4740616 h 4747482"/>
              <a:gd name="connsiteX6" fmla="*/ 3065925 w 11371725"/>
              <a:gd name="connsiteY6" fmla="*/ 6866 h 4747482"/>
              <a:gd name="connsiteX7" fmla="*/ 9111356 w 11371725"/>
              <a:gd name="connsiteY7" fmla="*/ 467615 h 4747482"/>
              <a:gd name="connsiteX8" fmla="*/ 9895871 w 11371725"/>
              <a:gd name="connsiteY8" fmla="*/ 2561210 h 4747482"/>
              <a:gd name="connsiteX9" fmla="*/ 11371725 w 11371725"/>
              <a:gd name="connsiteY9" fmla="*/ 2592210 h 4747482"/>
              <a:gd name="connsiteX0" fmla="*/ 0 w 11371725"/>
              <a:gd name="connsiteY0" fmla="*/ 29874 h 4726824"/>
              <a:gd name="connsiteX1" fmla="*/ 1175645 w 11371725"/>
              <a:gd name="connsiteY1" fmla="*/ 1512570 h 4726824"/>
              <a:gd name="connsiteX2" fmla="*/ 1154863 w 11371725"/>
              <a:gd name="connsiteY2" fmla="*/ 4047951 h 4726824"/>
              <a:gd name="connsiteX3" fmla="*/ 2288627 w 11371725"/>
              <a:gd name="connsiteY3" fmla="*/ 4057189 h 4726824"/>
              <a:gd name="connsiteX4" fmla="*/ 2297401 w 11371725"/>
              <a:gd name="connsiteY4" fmla="*/ 4726824 h 4726824"/>
              <a:gd name="connsiteX5" fmla="*/ 3065925 w 11371725"/>
              <a:gd name="connsiteY5" fmla="*/ 0 h 4726824"/>
              <a:gd name="connsiteX6" fmla="*/ 9111356 w 11371725"/>
              <a:gd name="connsiteY6" fmla="*/ 460749 h 4726824"/>
              <a:gd name="connsiteX7" fmla="*/ 9895871 w 11371725"/>
              <a:gd name="connsiteY7" fmla="*/ 2554344 h 4726824"/>
              <a:gd name="connsiteX8" fmla="*/ 11371725 w 11371725"/>
              <a:gd name="connsiteY8" fmla="*/ 2585344 h 4726824"/>
              <a:gd name="connsiteX0" fmla="*/ 0 w 11371725"/>
              <a:gd name="connsiteY0" fmla="*/ 29874 h 4057189"/>
              <a:gd name="connsiteX1" fmla="*/ 1175645 w 11371725"/>
              <a:gd name="connsiteY1" fmla="*/ 1512570 h 4057189"/>
              <a:gd name="connsiteX2" fmla="*/ 1154863 w 11371725"/>
              <a:gd name="connsiteY2" fmla="*/ 4047951 h 4057189"/>
              <a:gd name="connsiteX3" fmla="*/ 2288627 w 11371725"/>
              <a:gd name="connsiteY3" fmla="*/ 4057189 h 4057189"/>
              <a:gd name="connsiteX4" fmla="*/ 3065925 w 11371725"/>
              <a:gd name="connsiteY4" fmla="*/ 0 h 4057189"/>
              <a:gd name="connsiteX5" fmla="*/ 9111356 w 11371725"/>
              <a:gd name="connsiteY5" fmla="*/ 460749 h 4057189"/>
              <a:gd name="connsiteX6" fmla="*/ 9895871 w 11371725"/>
              <a:gd name="connsiteY6" fmla="*/ 2554344 h 4057189"/>
              <a:gd name="connsiteX7" fmla="*/ 11371725 w 11371725"/>
              <a:gd name="connsiteY7" fmla="*/ 2585344 h 4057189"/>
              <a:gd name="connsiteX0" fmla="*/ 0 w 11371725"/>
              <a:gd name="connsiteY0" fmla="*/ 29874 h 4057189"/>
              <a:gd name="connsiteX1" fmla="*/ 1175645 w 11371725"/>
              <a:gd name="connsiteY1" fmla="*/ 1512570 h 4057189"/>
              <a:gd name="connsiteX2" fmla="*/ 2288627 w 11371725"/>
              <a:gd name="connsiteY2" fmla="*/ 4057189 h 4057189"/>
              <a:gd name="connsiteX3" fmla="*/ 3065925 w 11371725"/>
              <a:gd name="connsiteY3" fmla="*/ 0 h 4057189"/>
              <a:gd name="connsiteX4" fmla="*/ 9111356 w 11371725"/>
              <a:gd name="connsiteY4" fmla="*/ 460749 h 4057189"/>
              <a:gd name="connsiteX5" fmla="*/ 9895871 w 11371725"/>
              <a:gd name="connsiteY5" fmla="*/ 2554344 h 4057189"/>
              <a:gd name="connsiteX6" fmla="*/ 11371725 w 11371725"/>
              <a:gd name="connsiteY6" fmla="*/ 2585344 h 4057189"/>
              <a:gd name="connsiteX0" fmla="*/ 0 w 11371725"/>
              <a:gd name="connsiteY0" fmla="*/ 29874 h 4057189"/>
              <a:gd name="connsiteX1" fmla="*/ 2288627 w 11371725"/>
              <a:gd name="connsiteY1" fmla="*/ 4057189 h 4057189"/>
              <a:gd name="connsiteX2" fmla="*/ 3065925 w 11371725"/>
              <a:gd name="connsiteY2" fmla="*/ 0 h 4057189"/>
              <a:gd name="connsiteX3" fmla="*/ 9111356 w 11371725"/>
              <a:gd name="connsiteY3" fmla="*/ 460749 h 4057189"/>
              <a:gd name="connsiteX4" fmla="*/ 9895871 w 11371725"/>
              <a:gd name="connsiteY4" fmla="*/ 2554344 h 4057189"/>
              <a:gd name="connsiteX5" fmla="*/ 11371725 w 11371725"/>
              <a:gd name="connsiteY5" fmla="*/ 2585344 h 4057189"/>
              <a:gd name="connsiteX0" fmla="*/ 0 w 11371725"/>
              <a:gd name="connsiteY0" fmla="*/ 29874 h 2585344"/>
              <a:gd name="connsiteX1" fmla="*/ 3065925 w 11371725"/>
              <a:gd name="connsiteY1" fmla="*/ 0 h 2585344"/>
              <a:gd name="connsiteX2" fmla="*/ 9111356 w 11371725"/>
              <a:gd name="connsiteY2" fmla="*/ 460749 h 2585344"/>
              <a:gd name="connsiteX3" fmla="*/ 9895871 w 11371725"/>
              <a:gd name="connsiteY3" fmla="*/ 2554344 h 2585344"/>
              <a:gd name="connsiteX4" fmla="*/ 11371725 w 11371725"/>
              <a:gd name="connsiteY4" fmla="*/ 2585344 h 2585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71725" h="2585344">
                <a:moveTo>
                  <a:pt x="0" y="29874"/>
                </a:moveTo>
                <a:lnTo>
                  <a:pt x="3065925" y="0"/>
                </a:lnTo>
                <a:lnTo>
                  <a:pt x="9111356" y="460749"/>
                </a:lnTo>
                <a:lnTo>
                  <a:pt x="9895871" y="2554344"/>
                </a:lnTo>
                <a:lnTo>
                  <a:pt x="11371725" y="2585344"/>
                </a:lnTo>
              </a:path>
            </a:pathLst>
          </a:cu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EE2079A8-80B8-7DF9-496A-3FCB1164DDBF}"/>
              </a:ext>
            </a:extLst>
          </p:cNvPr>
          <p:cNvSpPr/>
          <p:nvPr/>
        </p:nvSpPr>
        <p:spPr>
          <a:xfrm>
            <a:off x="4967287" y="4291013"/>
            <a:ext cx="5305425" cy="900112"/>
          </a:xfrm>
          <a:custGeom>
            <a:avLst/>
            <a:gdLst>
              <a:gd name="connsiteX0" fmla="*/ 5291137 w 5300662"/>
              <a:gd name="connsiteY0" fmla="*/ 862012 h 862012"/>
              <a:gd name="connsiteX1" fmla="*/ 0 w 5300662"/>
              <a:gd name="connsiteY1" fmla="*/ 838200 h 862012"/>
              <a:gd name="connsiteX2" fmla="*/ 19050 w 5300662"/>
              <a:gd name="connsiteY2" fmla="*/ 0 h 862012"/>
              <a:gd name="connsiteX3" fmla="*/ 5300662 w 5300662"/>
              <a:gd name="connsiteY3" fmla="*/ 657225 h 862012"/>
              <a:gd name="connsiteX4" fmla="*/ 5291137 w 5300662"/>
              <a:gd name="connsiteY4" fmla="*/ 862012 h 862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0662" h="862012">
                <a:moveTo>
                  <a:pt x="5291137" y="862012"/>
                </a:moveTo>
                <a:lnTo>
                  <a:pt x="0" y="838200"/>
                </a:lnTo>
                <a:lnTo>
                  <a:pt x="19050" y="0"/>
                </a:lnTo>
                <a:lnTo>
                  <a:pt x="5300662" y="657225"/>
                </a:lnTo>
                <a:lnTo>
                  <a:pt x="5291137" y="862012"/>
                </a:lnTo>
                <a:close/>
              </a:path>
            </a:pathLst>
          </a:cu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D2D4939E-2BAD-40DF-94E0-D287E23E353A}"/>
              </a:ext>
            </a:extLst>
          </p:cNvPr>
          <p:cNvSpPr/>
          <p:nvPr/>
        </p:nvSpPr>
        <p:spPr>
          <a:xfrm>
            <a:off x="4924424" y="2149445"/>
            <a:ext cx="3843339" cy="866977"/>
          </a:xfrm>
          <a:custGeom>
            <a:avLst/>
            <a:gdLst>
              <a:gd name="connsiteX0" fmla="*/ 5291137 w 5300662"/>
              <a:gd name="connsiteY0" fmla="*/ 862012 h 862012"/>
              <a:gd name="connsiteX1" fmla="*/ 0 w 5300662"/>
              <a:gd name="connsiteY1" fmla="*/ 838200 h 862012"/>
              <a:gd name="connsiteX2" fmla="*/ 19050 w 5300662"/>
              <a:gd name="connsiteY2" fmla="*/ 0 h 862012"/>
              <a:gd name="connsiteX3" fmla="*/ 5300662 w 5300662"/>
              <a:gd name="connsiteY3" fmla="*/ 657225 h 862012"/>
              <a:gd name="connsiteX4" fmla="*/ 5291137 w 5300662"/>
              <a:gd name="connsiteY4" fmla="*/ 862012 h 862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0662" h="862012">
                <a:moveTo>
                  <a:pt x="5291137" y="862012"/>
                </a:moveTo>
                <a:lnTo>
                  <a:pt x="0" y="838200"/>
                </a:lnTo>
                <a:lnTo>
                  <a:pt x="19050" y="0"/>
                </a:lnTo>
                <a:lnTo>
                  <a:pt x="5300662" y="657225"/>
                </a:lnTo>
                <a:lnTo>
                  <a:pt x="5291137" y="862012"/>
                </a:lnTo>
                <a:close/>
              </a:path>
            </a:pathLst>
          </a:cu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FD0F3CF9-FACE-72CE-9A5C-E8A721617769}"/>
              </a:ext>
            </a:extLst>
          </p:cNvPr>
          <p:cNvSpPr/>
          <p:nvPr/>
        </p:nvSpPr>
        <p:spPr>
          <a:xfrm flipH="1">
            <a:off x="6096000" y="3429000"/>
            <a:ext cx="3724274" cy="450546"/>
          </a:xfrm>
          <a:custGeom>
            <a:avLst/>
            <a:gdLst>
              <a:gd name="connsiteX0" fmla="*/ 5291137 w 5300662"/>
              <a:gd name="connsiteY0" fmla="*/ 862012 h 862012"/>
              <a:gd name="connsiteX1" fmla="*/ 0 w 5300662"/>
              <a:gd name="connsiteY1" fmla="*/ 838200 h 862012"/>
              <a:gd name="connsiteX2" fmla="*/ 19050 w 5300662"/>
              <a:gd name="connsiteY2" fmla="*/ 0 h 862012"/>
              <a:gd name="connsiteX3" fmla="*/ 5300662 w 5300662"/>
              <a:gd name="connsiteY3" fmla="*/ 657225 h 862012"/>
              <a:gd name="connsiteX4" fmla="*/ 5291137 w 5300662"/>
              <a:gd name="connsiteY4" fmla="*/ 862012 h 862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0662" h="862012">
                <a:moveTo>
                  <a:pt x="5291137" y="862012"/>
                </a:moveTo>
                <a:lnTo>
                  <a:pt x="0" y="838200"/>
                </a:lnTo>
                <a:lnTo>
                  <a:pt x="19050" y="0"/>
                </a:lnTo>
                <a:lnTo>
                  <a:pt x="5300662" y="657225"/>
                </a:lnTo>
                <a:lnTo>
                  <a:pt x="5291137" y="862012"/>
                </a:lnTo>
                <a:close/>
              </a:path>
            </a:pathLst>
          </a:cu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F15F8B-CB85-0162-A05F-5A17A3C53E1A}"/>
              </a:ext>
            </a:extLst>
          </p:cNvPr>
          <p:cNvSpPr/>
          <p:nvPr/>
        </p:nvSpPr>
        <p:spPr>
          <a:xfrm>
            <a:off x="1624354" y="2401613"/>
            <a:ext cx="333029" cy="165375"/>
          </a:xfrm>
          <a:prstGeom prst="rect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19150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953</Words>
  <Application>Microsoft Office PowerPoint</Application>
  <PresentationFormat>Grand écran</PresentationFormat>
  <Paragraphs>145</Paragraphs>
  <Slides>31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6" baseType="lpstr">
      <vt:lpstr>Aptos</vt:lpstr>
      <vt:lpstr>Aptos Display</vt:lpstr>
      <vt:lpstr>Arial</vt:lpstr>
      <vt:lpstr>Wingdings</vt:lpstr>
      <vt:lpstr>Thème Office</vt:lpstr>
      <vt:lpstr>MyGame</vt:lpstr>
      <vt:lpstr>Sommaire</vt:lpstr>
      <vt:lpstr>Pour les devs</vt:lpstr>
      <vt:lpstr>Installation</vt:lpstr>
      <vt:lpstr>Compilation / exécution</vt:lpstr>
      <vt:lpstr>Histoire</vt:lpstr>
      <vt:lpstr>Pêle-mêle</vt:lpstr>
      <vt:lpstr>Features</vt:lpstr>
      <vt:lpstr>Langues</vt:lpstr>
      <vt:lpstr>Menu principal</vt:lpstr>
      <vt:lpstr>Ennemis</vt:lpstr>
      <vt:lpstr>Boss 1 – Hérisson farouche</vt:lpstr>
      <vt:lpstr>Mécaniques</vt:lpstr>
      <vt:lpstr>Tuto</vt:lpstr>
      <vt:lpstr>Arbre des compétences</vt:lpstr>
      <vt:lpstr>Evènements</vt:lpstr>
      <vt:lpstr>Points de sauvegarde</vt:lpstr>
      <vt:lpstr>Cinématiques</vt:lpstr>
      <vt:lpstr>Cinématique intro</vt:lpstr>
      <vt:lpstr>Arrivée chez créateur</vt:lpstr>
      <vt:lpstr>Geyser</vt:lpstr>
      <vt:lpstr>Niveaux</vt:lpstr>
      <vt:lpstr>Assets filaires</vt:lpstr>
      <vt:lpstr>Vue d’ensemble</vt:lpstr>
      <vt:lpstr>Fondations</vt:lpstr>
      <vt:lpstr>Level1_Screen1</vt:lpstr>
      <vt:lpstr>Level1_Screen2</vt:lpstr>
      <vt:lpstr>Level1_Screen3</vt:lpstr>
      <vt:lpstr>Level1_Screen4</vt:lpstr>
      <vt:lpstr>Level1_Screen5</vt:lpstr>
      <vt:lpstr>Level1_Screen6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Richardon, Bruno</dc:creator>
  <cp:lastModifiedBy>Richardon, Bruno</cp:lastModifiedBy>
  <cp:revision>30</cp:revision>
  <dcterms:created xsi:type="dcterms:W3CDTF">2025-10-24T09:28:32Z</dcterms:created>
  <dcterms:modified xsi:type="dcterms:W3CDTF">2025-11-01T17:41:19Z</dcterms:modified>
</cp:coreProperties>
</file>